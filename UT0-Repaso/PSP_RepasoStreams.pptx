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1"/>
  </p:notesMasterIdLst>
  <p:sldIdLst>
    <p:sldId id="256" r:id="rId3"/>
    <p:sldId id="257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91" r:id="rId20"/>
    <p:sldId id="289" r:id="rId21"/>
    <p:sldId id="288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72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4"/>
    <p:restoredTop sz="94648"/>
  </p:normalViewPr>
  <p:slideViewPr>
    <p:cSldViewPr snapToGrid="0">
      <p:cViewPr varScale="1">
        <p:scale>
          <a:sx n="112" d="100"/>
          <a:sy n="112" d="100"/>
        </p:scale>
        <p:origin x="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 Palacios, Luis" userId="e569d13b-c804-4960-8544-f97ce438fdc2" providerId="ADAL" clId="{FA7F63F3-4330-57B8-8833-67DE0B668972}"/>
    <pc:docChg chg="undo custSel addSld delSld modSld sldOrd">
      <pc:chgData name="Gil Palacios, Luis" userId="e569d13b-c804-4960-8544-f97ce438fdc2" providerId="ADAL" clId="{FA7F63F3-4330-57B8-8833-67DE0B668972}" dt="2026-03-18T08:53:39.086" v="1191" actId="20577"/>
      <pc:docMkLst>
        <pc:docMk/>
      </pc:docMkLst>
      <pc:sldChg chg="modSp mod">
        <pc:chgData name="Gil Palacios, Luis" userId="e569d13b-c804-4960-8544-f97ce438fdc2" providerId="ADAL" clId="{FA7F63F3-4330-57B8-8833-67DE0B668972}" dt="2026-03-18T07:41:42.233" v="22" actId="20577"/>
        <pc:sldMkLst>
          <pc:docMk/>
          <pc:sldMk cId="0" sldId="256"/>
        </pc:sldMkLst>
        <pc:spChg chg="mod">
          <ac:chgData name="Gil Palacios, Luis" userId="e569d13b-c804-4960-8544-f97ce438fdc2" providerId="ADAL" clId="{FA7F63F3-4330-57B8-8833-67DE0B668972}" dt="2026-03-18T07:41:42.233" v="22" actId="20577"/>
          <ac:spMkLst>
            <pc:docMk/>
            <pc:sldMk cId="0" sldId="256"/>
            <ac:spMk id="90" creationId="{00000000-0000-0000-0000-000000000000}"/>
          </ac:spMkLst>
        </pc:spChg>
      </pc:sldChg>
      <pc:sldChg chg="addSp delSp modSp mod">
        <pc:chgData name="Gil Palacios, Luis" userId="e569d13b-c804-4960-8544-f97ce438fdc2" providerId="ADAL" clId="{FA7F63F3-4330-57B8-8833-67DE0B668972}" dt="2026-03-18T07:44:38.954" v="118" actId="20577"/>
        <pc:sldMkLst>
          <pc:docMk/>
          <pc:sldMk cId="0" sldId="257"/>
        </pc:sldMkLst>
        <pc:spChg chg="add del">
          <ac:chgData name="Gil Palacios, Luis" userId="e569d13b-c804-4960-8544-f97ce438fdc2" providerId="ADAL" clId="{FA7F63F3-4330-57B8-8833-67DE0B668972}" dt="2026-03-18T07:43:23.216" v="87" actId="22"/>
          <ac:spMkLst>
            <pc:docMk/>
            <pc:sldMk cId="0" sldId="257"/>
            <ac:spMk id="3" creationId="{FE607C27-BB24-4A68-C5AB-C68D0C5F3054}"/>
          </ac:spMkLst>
        </pc:spChg>
        <pc:spChg chg="add mod">
          <ac:chgData name="Gil Palacios, Luis" userId="e569d13b-c804-4960-8544-f97ce438fdc2" providerId="ADAL" clId="{FA7F63F3-4330-57B8-8833-67DE0B668972}" dt="2026-03-18T07:44:38.954" v="118" actId="20577"/>
          <ac:spMkLst>
            <pc:docMk/>
            <pc:sldMk cId="0" sldId="257"/>
            <ac:spMk id="5" creationId="{5EE8DCB0-3E4C-7CC5-5F8F-4A114DFB1090}"/>
          </ac:spMkLst>
        </pc:spChg>
        <pc:spChg chg="mod">
          <ac:chgData name="Gil Palacios, Luis" userId="e569d13b-c804-4960-8544-f97ce438fdc2" providerId="ADAL" clId="{FA7F63F3-4330-57B8-8833-67DE0B668972}" dt="2026-03-18T07:42:20.299" v="71" actId="20577"/>
          <ac:spMkLst>
            <pc:docMk/>
            <pc:sldMk cId="0" sldId="257"/>
            <ac:spMk id="95" creationId="{00000000-0000-0000-0000-000000000000}"/>
          </ac:spMkLst>
        </pc:spChg>
        <pc:spChg chg="mod">
          <ac:chgData name="Gil Palacios, Luis" userId="e569d13b-c804-4960-8544-f97ce438fdc2" providerId="ADAL" clId="{FA7F63F3-4330-57B8-8833-67DE0B668972}" dt="2026-03-18T07:42:56.685" v="83" actId="20577"/>
          <ac:spMkLst>
            <pc:docMk/>
            <pc:sldMk cId="0" sldId="257"/>
            <ac:spMk id="97" creationId="{00000000-0000-0000-0000-000000000000}"/>
          </ac:spMkLst>
        </pc:spChg>
        <pc:spChg chg="mod">
          <ac:chgData name="Gil Palacios, Luis" userId="e569d13b-c804-4960-8544-f97ce438fdc2" providerId="ADAL" clId="{FA7F63F3-4330-57B8-8833-67DE0B668972}" dt="2026-03-18T07:43:06.643" v="85" actId="20577"/>
          <ac:spMkLst>
            <pc:docMk/>
            <pc:sldMk cId="0" sldId="257"/>
            <ac:spMk id="98" creationId="{00000000-0000-0000-0000-000000000000}"/>
          </ac:spMkLst>
        </pc:spChg>
        <pc:graphicFrameChg chg="add mod modGraphic">
          <ac:chgData name="Gil Palacios, Luis" userId="e569d13b-c804-4960-8544-f97ce438fdc2" providerId="ADAL" clId="{FA7F63F3-4330-57B8-8833-67DE0B668972}" dt="2026-03-18T07:44:31.476" v="101" actId="1076"/>
          <ac:graphicFrameMkLst>
            <pc:docMk/>
            <pc:sldMk cId="0" sldId="257"/>
            <ac:graphicFrameMk id="4" creationId="{EF948A56-05A7-AFFB-4FE3-0C3B037EAC86}"/>
          </ac:graphicFrameMkLst>
        </pc:graphicFrameChg>
      </pc:sldChg>
      <pc:sldChg chg="del">
        <pc:chgData name="Gil Palacios, Luis" userId="e569d13b-c804-4960-8544-f97ce438fdc2" providerId="ADAL" clId="{FA7F63F3-4330-57B8-8833-67DE0B668972}" dt="2026-03-18T07:42:12.610" v="49" actId="2696"/>
        <pc:sldMkLst>
          <pc:docMk/>
          <pc:sldMk cId="0" sldId="258"/>
        </pc:sldMkLst>
      </pc:sldChg>
      <pc:sldChg chg="del">
        <pc:chgData name="Gil Palacios, Luis" userId="e569d13b-c804-4960-8544-f97ce438fdc2" providerId="ADAL" clId="{FA7F63F3-4330-57B8-8833-67DE0B668972}" dt="2026-03-18T07:42:12.600" v="44" actId="2696"/>
        <pc:sldMkLst>
          <pc:docMk/>
          <pc:sldMk cId="0" sldId="259"/>
        </pc:sldMkLst>
      </pc:sldChg>
      <pc:sldChg chg="del">
        <pc:chgData name="Gil Palacios, Luis" userId="e569d13b-c804-4960-8544-f97ce438fdc2" providerId="ADAL" clId="{FA7F63F3-4330-57B8-8833-67DE0B668972}" dt="2026-03-18T07:42:12.573" v="32" actId="2696"/>
        <pc:sldMkLst>
          <pc:docMk/>
          <pc:sldMk cId="0" sldId="260"/>
        </pc:sldMkLst>
      </pc:sldChg>
      <pc:sldChg chg="del">
        <pc:chgData name="Gil Palacios, Luis" userId="e569d13b-c804-4960-8544-f97ce438fdc2" providerId="ADAL" clId="{FA7F63F3-4330-57B8-8833-67DE0B668972}" dt="2026-03-18T07:42:12.583" v="36" actId="2696"/>
        <pc:sldMkLst>
          <pc:docMk/>
          <pc:sldMk cId="0" sldId="261"/>
        </pc:sldMkLst>
      </pc:sldChg>
      <pc:sldChg chg="del">
        <pc:chgData name="Gil Palacios, Luis" userId="e569d13b-c804-4960-8544-f97ce438fdc2" providerId="ADAL" clId="{FA7F63F3-4330-57B8-8833-67DE0B668972}" dt="2026-03-18T07:42:12.571" v="31" actId="2696"/>
        <pc:sldMkLst>
          <pc:docMk/>
          <pc:sldMk cId="0" sldId="262"/>
        </pc:sldMkLst>
      </pc:sldChg>
      <pc:sldChg chg="del">
        <pc:chgData name="Gil Palacios, Luis" userId="e569d13b-c804-4960-8544-f97ce438fdc2" providerId="ADAL" clId="{FA7F63F3-4330-57B8-8833-67DE0B668972}" dt="2026-03-18T07:42:12.620" v="55" actId="2696"/>
        <pc:sldMkLst>
          <pc:docMk/>
          <pc:sldMk cId="0" sldId="263"/>
        </pc:sldMkLst>
      </pc:sldChg>
      <pc:sldChg chg="del">
        <pc:chgData name="Gil Palacios, Luis" userId="e569d13b-c804-4960-8544-f97ce438fdc2" providerId="ADAL" clId="{FA7F63F3-4330-57B8-8833-67DE0B668972}" dt="2026-03-18T07:42:12.566" v="29" actId="2696"/>
        <pc:sldMkLst>
          <pc:docMk/>
          <pc:sldMk cId="0" sldId="264"/>
        </pc:sldMkLst>
      </pc:sldChg>
      <pc:sldChg chg="del">
        <pc:chgData name="Gil Palacios, Luis" userId="e569d13b-c804-4960-8544-f97ce438fdc2" providerId="ADAL" clId="{FA7F63F3-4330-57B8-8833-67DE0B668972}" dt="2026-03-18T07:42:12.602" v="45" actId="2696"/>
        <pc:sldMkLst>
          <pc:docMk/>
          <pc:sldMk cId="0" sldId="265"/>
        </pc:sldMkLst>
      </pc:sldChg>
      <pc:sldChg chg="del">
        <pc:chgData name="Gil Palacios, Luis" userId="e569d13b-c804-4960-8544-f97ce438fdc2" providerId="ADAL" clId="{FA7F63F3-4330-57B8-8833-67DE0B668972}" dt="2026-03-18T07:42:12.581" v="35" actId="2696"/>
        <pc:sldMkLst>
          <pc:docMk/>
          <pc:sldMk cId="0" sldId="266"/>
        </pc:sldMkLst>
      </pc:sldChg>
      <pc:sldChg chg="del">
        <pc:chgData name="Gil Palacios, Luis" userId="e569d13b-c804-4960-8544-f97ce438fdc2" providerId="ADAL" clId="{FA7F63F3-4330-57B8-8833-67DE0B668972}" dt="2026-03-18T07:42:12.576" v="33" actId="2696"/>
        <pc:sldMkLst>
          <pc:docMk/>
          <pc:sldMk cId="0" sldId="267"/>
        </pc:sldMkLst>
      </pc:sldChg>
      <pc:sldChg chg="del">
        <pc:chgData name="Gil Palacios, Luis" userId="e569d13b-c804-4960-8544-f97ce438fdc2" providerId="ADAL" clId="{FA7F63F3-4330-57B8-8833-67DE0B668972}" dt="2026-03-18T07:42:12.623" v="56" actId="2696"/>
        <pc:sldMkLst>
          <pc:docMk/>
          <pc:sldMk cId="0" sldId="268"/>
        </pc:sldMkLst>
      </pc:sldChg>
      <pc:sldChg chg="del">
        <pc:chgData name="Gil Palacios, Luis" userId="e569d13b-c804-4960-8544-f97ce438fdc2" providerId="ADAL" clId="{FA7F63F3-4330-57B8-8833-67DE0B668972}" dt="2026-03-18T07:42:12.595" v="41" actId="2696"/>
        <pc:sldMkLst>
          <pc:docMk/>
          <pc:sldMk cId="0" sldId="270"/>
        </pc:sldMkLst>
      </pc:sldChg>
      <pc:sldChg chg="add">
        <pc:chgData name="Gil Palacios, Luis" userId="e569d13b-c804-4960-8544-f97ce438fdc2" providerId="ADAL" clId="{FA7F63F3-4330-57B8-8833-67DE0B668972}" dt="2026-03-18T07:44:43.161" v="119"/>
        <pc:sldMkLst>
          <pc:docMk/>
          <pc:sldMk cId="187168635" sldId="273"/>
        </pc:sldMkLst>
      </pc:sldChg>
      <pc:sldChg chg="del">
        <pc:chgData name="Gil Palacios, Luis" userId="e569d13b-c804-4960-8544-f97ce438fdc2" providerId="ADAL" clId="{FA7F63F3-4330-57B8-8833-67DE0B668972}" dt="2026-03-18T07:42:12.588" v="38" actId="2696"/>
        <pc:sldMkLst>
          <pc:docMk/>
          <pc:sldMk cId="2017568161" sldId="273"/>
        </pc:sldMkLst>
      </pc:sldChg>
      <pc:sldChg chg="del">
        <pc:chgData name="Gil Palacios, Luis" userId="e569d13b-c804-4960-8544-f97ce438fdc2" providerId="ADAL" clId="{FA7F63F3-4330-57B8-8833-67DE0B668972}" dt="2026-03-18T07:42:12.590" v="39" actId="2696"/>
        <pc:sldMkLst>
          <pc:docMk/>
          <pc:sldMk cId="3265713397" sldId="274"/>
        </pc:sldMkLst>
      </pc:sldChg>
      <pc:sldChg chg="addSp delSp modSp add mod">
        <pc:chgData name="Gil Palacios, Luis" userId="e569d13b-c804-4960-8544-f97ce438fdc2" providerId="ADAL" clId="{FA7F63F3-4330-57B8-8833-67DE0B668972}" dt="2026-03-18T07:48:21.439" v="204"/>
        <pc:sldMkLst>
          <pc:docMk/>
          <pc:sldMk cId="4195300946" sldId="274"/>
        </pc:sldMkLst>
        <pc:spChg chg="add mod">
          <ac:chgData name="Gil Palacios, Luis" userId="e569d13b-c804-4960-8544-f97ce438fdc2" providerId="ADAL" clId="{FA7F63F3-4330-57B8-8833-67DE0B668972}" dt="2026-03-18T07:47:49.495" v="201" actId="20577"/>
          <ac:spMkLst>
            <pc:docMk/>
            <pc:sldMk cId="4195300946" sldId="274"/>
            <ac:spMk id="3" creationId="{E692E60C-DDB2-F9A7-DAE7-F8193BF4B4BA}"/>
          </ac:spMkLst>
        </pc:spChg>
        <pc:spChg chg="del">
          <ac:chgData name="Gil Palacios, Luis" userId="e569d13b-c804-4960-8544-f97ce438fdc2" providerId="ADAL" clId="{FA7F63F3-4330-57B8-8833-67DE0B668972}" dt="2026-03-18T07:45:33.189" v="121" actId="478"/>
          <ac:spMkLst>
            <pc:docMk/>
            <pc:sldMk cId="4195300946" sldId="274"/>
            <ac:spMk id="5" creationId="{D510B4AA-C49D-CC3C-F519-608FEA6B863B}"/>
          </ac:spMkLst>
        </pc:spChg>
        <pc:spChg chg="mod">
          <ac:chgData name="Gil Palacios, Luis" userId="e569d13b-c804-4960-8544-f97ce438fdc2" providerId="ADAL" clId="{FA7F63F3-4330-57B8-8833-67DE0B668972}" dt="2026-03-18T07:45:51.729" v="173" actId="20577"/>
          <ac:spMkLst>
            <pc:docMk/>
            <pc:sldMk cId="4195300946" sldId="274"/>
            <ac:spMk id="97" creationId="{39F12CF5-013D-CC1B-85A6-979DED2AAC82}"/>
          </ac:spMkLst>
        </pc:spChg>
        <pc:spChg chg="del">
          <ac:chgData name="Gil Palacios, Luis" userId="e569d13b-c804-4960-8544-f97ce438fdc2" providerId="ADAL" clId="{FA7F63F3-4330-57B8-8833-67DE0B668972}" dt="2026-03-18T07:45:58.887" v="174" actId="478"/>
          <ac:spMkLst>
            <pc:docMk/>
            <pc:sldMk cId="4195300946" sldId="274"/>
            <ac:spMk id="98" creationId="{0034B78C-D486-4B0B-ECD2-B1F51CBB25AD}"/>
          </ac:spMkLst>
        </pc:spChg>
        <pc:graphicFrameChg chg="del">
          <ac:chgData name="Gil Palacios, Luis" userId="e569d13b-c804-4960-8544-f97ce438fdc2" providerId="ADAL" clId="{FA7F63F3-4330-57B8-8833-67DE0B668972}" dt="2026-03-18T07:45:35.117" v="122" actId="478"/>
          <ac:graphicFrameMkLst>
            <pc:docMk/>
            <pc:sldMk cId="4195300946" sldId="274"/>
            <ac:graphicFrameMk id="4" creationId="{3C231070-9EF7-4E2D-0968-907AAA6BB448}"/>
          </ac:graphicFrameMkLst>
        </pc:graphicFrameChg>
        <pc:graphicFrameChg chg="add mod">
          <ac:chgData name="Gil Palacios, Luis" userId="e569d13b-c804-4960-8544-f97ce438fdc2" providerId="ADAL" clId="{FA7F63F3-4330-57B8-8833-67DE0B668972}" dt="2026-03-18T07:48:21.439" v="204"/>
          <ac:graphicFrameMkLst>
            <pc:docMk/>
            <pc:sldMk cId="4195300946" sldId="274"/>
            <ac:graphicFrameMk id="6" creationId="{2A520264-CD45-2E5F-1BCD-91D09966491C}"/>
          </ac:graphicFrameMkLst>
        </pc:graphicFrameChg>
      </pc:sldChg>
      <pc:sldChg chg="addSp delSp modSp add mod">
        <pc:chgData name="Gil Palacios, Luis" userId="e569d13b-c804-4960-8544-f97ce438fdc2" providerId="ADAL" clId="{FA7F63F3-4330-57B8-8833-67DE0B668972}" dt="2026-03-18T07:52:20.724" v="365" actId="20577"/>
        <pc:sldMkLst>
          <pc:docMk/>
          <pc:sldMk cId="2022967183" sldId="275"/>
        </pc:sldMkLst>
        <pc:spChg chg="del">
          <ac:chgData name="Gil Palacios, Luis" userId="e569d13b-c804-4960-8544-f97ce438fdc2" providerId="ADAL" clId="{FA7F63F3-4330-57B8-8833-67DE0B668972}" dt="2026-03-18T07:48:53.259" v="241" actId="478"/>
          <ac:spMkLst>
            <pc:docMk/>
            <pc:sldMk cId="2022967183" sldId="275"/>
            <ac:spMk id="3" creationId="{8438AAD4-E102-C6A6-B57C-9CE70A5BC3C5}"/>
          </ac:spMkLst>
        </pc:spChg>
        <pc:spChg chg="add mod">
          <ac:chgData name="Gil Palacios, Luis" userId="e569d13b-c804-4960-8544-f97ce438fdc2" providerId="ADAL" clId="{FA7F63F3-4330-57B8-8833-67DE0B668972}" dt="2026-03-18T07:51:57.838" v="332" actId="1036"/>
          <ac:spMkLst>
            <pc:docMk/>
            <pc:sldMk cId="2022967183" sldId="275"/>
            <ac:spMk id="4" creationId="{44382F76-411A-FDBB-66FF-35086FFA22C4}"/>
          </ac:spMkLst>
        </pc:spChg>
        <pc:spChg chg="add mod">
          <ac:chgData name="Gil Palacios, Luis" userId="e569d13b-c804-4960-8544-f97ce438fdc2" providerId="ADAL" clId="{FA7F63F3-4330-57B8-8833-67DE0B668972}" dt="2026-03-18T07:51:57.838" v="332" actId="1036"/>
          <ac:spMkLst>
            <pc:docMk/>
            <pc:sldMk cId="2022967183" sldId="275"/>
            <ac:spMk id="7" creationId="{1BBFCACF-24F9-8001-9804-E044865C2AAD}"/>
          </ac:spMkLst>
        </pc:spChg>
        <pc:spChg chg="add mod">
          <ac:chgData name="Gil Palacios, Luis" userId="e569d13b-c804-4960-8544-f97ce438fdc2" providerId="ADAL" clId="{FA7F63F3-4330-57B8-8833-67DE0B668972}" dt="2026-03-18T07:52:20.724" v="365" actId="20577"/>
          <ac:spMkLst>
            <pc:docMk/>
            <pc:sldMk cId="2022967183" sldId="275"/>
            <ac:spMk id="8" creationId="{02BD53FE-2DCD-4BD1-C178-041BA29206EE}"/>
          </ac:spMkLst>
        </pc:spChg>
        <pc:spChg chg="mod">
          <ac:chgData name="Gil Palacios, Luis" userId="e569d13b-c804-4960-8544-f97ce438fdc2" providerId="ADAL" clId="{FA7F63F3-4330-57B8-8833-67DE0B668972}" dt="2026-03-18T07:48:41.866" v="239" actId="20577"/>
          <ac:spMkLst>
            <pc:docMk/>
            <pc:sldMk cId="2022967183" sldId="275"/>
            <ac:spMk id="97" creationId="{1E6BDD9E-E51A-0659-079F-6CDF1D0C4797}"/>
          </ac:spMkLst>
        </pc:spChg>
        <pc:graphicFrameChg chg="del">
          <ac:chgData name="Gil Palacios, Luis" userId="e569d13b-c804-4960-8544-f97ce438fdc2" providerId="ADAL" clId="{FA7F63F3-4330-57B8-8833-67DE0B668972}" dt="2026-03-18T07:48:44.322" v="240" actId="478"/>
          <ac:graphicFrameMkLst>
            <pc:docMk/>
            <pc:sldMk cId="2022967183" sldId="275"/>
            <ac:graphicFrameMk id="6" creationId="{ED4C6105-5A36-7FFB-89A1-FAC5CAE02462}"/>
          </ac:graphicFrameMkLst>
        </pc:graphicFrameChg>
      </pc:sldChg>
      <pc:sldChg chg="del">
        <pc:chgData name="Gil Palacios, Luis" userId="e569d13b-c804-4960-8544-f97ce438fdc2" providerId="ADAL" clId="{FA7F63F3-4330-57B8-8833-67DE0B668972}" dt="2026-03-18T07:42:12.559" v="27" actId="2696"/>
        <pc:sldMkLst>
          <pc:docMk/>
          <pc:sldMk cId="2536500815" sldId="275"/>
        </pc:sldMkLst>
      </pc:sldChg>
      <pc:sldChg chg="modSp add mod">
        <pc:chgData name="Gil Palacios, Luis" userId="e569d13b-c804-4960-8544-f97ce438fdc2" providerId="ADAL" clId="{FA7F63F3-4330-57B8-8833-67DE0B668972}" dt="2026-03-18T07:54:42.003" v="454" actId="1037"/>
        <pc:sldMkLst>
          <pc:docMk/>
          <pc:sldMk cId="882637453" sldId="276"/>
        </pc:sldMkLst>
        <pc:spChg chg="mod">
          <ac:chgData name="Gil Palacios, Luis" userId="e569d13b-c804-4960-8544-f97ce438fdc2" providerId="ADAL" clId="{FA7F63F3-4330-57B8-8833-67DE0B668972}" dt="2026-03-18T07:54:42.003" v="454" actId="1037"/>
          <ac:spMkLst>
            <pc:docMk/>
            <pc:sldMk cId="882637453" sldId="276"/>
            <ac:spMk id="4" creationId="{2C327400-93BE-084A-BE67-1219C9D5F87B}"/>
          </ac:spMkLst>
        </pc:spChg>
        <pc:spChg chg="mod">
          <ac:chgData name="Gil Palacios, Luis" userId="e569d13b-c804-4960-8544-f97ce438fdc2" providerId="ADAL" clId="{FA7F63F3-4330-57B8-8833-67DE0B668972}" dt="2026-03-18T07:54:38.103" v="451" actId="113"/>
          <ac:spMkLst>
            <pc:docMk/>
            <pc:sldMk cId="882637453" sldId="276"/>
            <ac:spMk id="7" creationId="{941DEA71-145B-918C-4540-77B517FDF7FF}"/>
          </ac:spMkLst>
        </pc:spChg>
        <pc:spChg chg="mod">
          <ac:chgData name="Gil Palacios, Luis" userId="e569d13b-c804-4960-8544-f97ce438fdc2" providerId="ADAL" clId="{FA7F63F3-4330-57B8-8833-67DE0B668972}" dt="2026-03-18T07:52:45.603" v="401" actId="20577"/>
          <ac:spMkLst>
            <pc:docMk/>
            <pc:sldMk cId="882637453" sldId="276"/>
            <ac:spMk id="8" creationId="{EB38F327-A9D7-6C5E-62F1-F0D51AE3B418}"/>
          </ac:spMkLst>
        </pc:spChg>
        <pc:spChg chg="mod">
          <ac:chgData name="Gil Palacios, Luis" userId="e569d13b-c804-4960-8544-f97ce438fdc2" providerId="ADAL" clId="{FA7F63F3-4330-57B8-8833-67DE0B668972}" dt="2026-03-18T07:52:34.726" v="381" actId="20577"/>
          <ac:spMkLst>
            <pc:docMk/>
            <pc:sldMk cId="882637453" sldId="276"/>
            <ac:spMk id="97" creationId="{93F87B34-00CB-AA99-FA1A-8D0D69F90425}"/>
          </ac:spMkLst>
        </pc:spChg>
      </pc:sldChg>
      <pc:sldChg chg="del">
        <pc:chgData name="Gil Palacios, Luis" userId="e569d13b-c804-4960-8544-f97ce438fdc2" providerId="ADAL" clId="{FA7F63F3-4330-57B8-8833-67DE0B668972}" dt="2026-03-18T07:42:12.578" v="34" actId="2696"/>
        <pc:sldMkLst>
          <pc:docMk/>
          <pc:sldMk cId="2749661981" sldId="276"/>
        </pc:sldMkLst>
      </pc:sldChg>
      <pc:sldChg chg="delSp modSp add mod">
        <pc:chgData name="Gil Palacios, Luis" userId="e569d13b-c804-4960-8544-f97ce438fdc2" providerId="ADAL" clId="{FA7F63F3-4330-57B8-8833-67DE0B668972}" dt="2026-03-18T07:59:46.007" v="504" actId="120"/>
        <pc:sldMkLst>
          <pc:docMk/>
          <pc:sldMk cId="1423264994" sldId="277"/>
        </pc:sldMkLst>
        <pc:spChg chg="mod">
          <ac:chgData name="Gil Palacios, Luis" userId="e569d13b-c804-4960-8544-f97ce438fdc2" providerId="ADAL" clId="{FA7F63F3-4330-57B8-8833-67DE0B668972}" dt="2026-03-18T07:59:46.007" v="504" actId="120"/>
          <ac:spMkLst>
            <pc:docMk/>
            <pc:sldMk cId="1423264994" sldId="277"/>
            <ac:spMk id="4" creationId="{B19CAFB0-3BBC-D4AF-BB0D-7DD5A1CE408A}"/>
          </ac:spMkLst>
        </pc:spChg>
        <pc:spChg chg="mod">
          <ac:chgData name="Gil Palacios, Luis" userId="e569d13b-c804-4960-8544-f97ce438fdc2" providerId="ADAL" clId="{FA7F63F3-4330-57B8-8833-67DE0B668972}" dt="2026-03-18T07:59:46.007" v="504" actId="120"/>
          <ac:spMkLst>
            <pc:docMk/>
            <pc:sldMk cId="1423264994" sldId="277"/>
            <ac:spMk id="7" creationId="{A0276C18-B359-1D3F-D932-1E9A1C36A9EA}"/>
          </ac:spMkLst>
        </pc:spChg>
        <pc:spChg chg="del">
          <ac:chgData name="Gil Palacios, Luis" userId="e569d13b-c804-4960-8544-f97ce438fdc2" providerId="ADAL" clId="{FA7F63F3-4330-57B8-8833-67DE0B668972}" dt="2026-03-18T07:57:30.159" v="464" actId="478"/>
          <ac:spMkLst>
            <pc:docMk/>
            <pc:sldMk cId="1423264994" sldId="277"/>
            <ac:spMk id="8" creationId="{D9AC6867-E737-4C99-BB83-6F21A9AF80AC}"/>
          </ac:spMkLst>
        </pc:spChg>
        <pc:spChg chg="mod">
          <ac:chgData name="Gil Palacios, Luis" userId="e569d13b-c804-4960-8544-f97ce438fdc2" providerId="ADAL" clId="{FA7F63F3-4330-57B8-8833-67DE0B668972}" dt="2026-03-18T07:57:18.284" v="463" actId="20577"/>
          <ac:spMkLst>
            <pc:docMk/>
            <pc:sldMk cId="1423264994" sldId="277"/>
            <ac:spMk id="97" creationId="{8217AE8A-7AFF-4C1C-35F7-39FA03B6FC0D}"/>
          </ac:spMkLst>
        </pc:spChg>
      </pc:sldChg>
      <pc:sldChg chg="del">
        <pc:chgData name="Gil Palacios, Luis" userId="e569d13b-c804-4960-8544-f97ce438fdc2" providerId="ADAL" clId="{FA7F63F3-4330-57B8-8833-67DE0B668972}" dt="2026-03-18T07:42:12.568" v="30" actId="2696"/>
        <pc:sldMkLst>
          <pc:docMk/>
          <pc:sldMk cId="2997085893" sldId="277"/>
        </pc:sldMkLst>
      </pc:sldChg>
      <pc:sldChg chg="del">
        <pc:chgData name="Gil Palacios, Luis" userId="e569d13b-c804-4960-8544-f97ce438fdc2" providerId="ADAL" clId="{FA7F63F3-4330-57B8-8833-67DE0B668972}" dt="2026-03-18T07:42:12.611" v="50" actId="2696"/>
        <pc:sldMkLst>
          <pc:docMk/>
          <pc:sldMk cId="1087885765" sldId="278"/>
        </pc:sldMkLst>
      </pc:sldChg>
      <pc:sldChg chg="addSp delSp modSp add mod">
        <pc:chgData name="Gil Palacios, Luis" userId="e569d13b-c804-4960-8544-f97ce438fdc2" providerId="ADAL" clId="{FA7F63F3-4330-57B8-8833-67DE0B668972}" dt="2026-03-18T08:00:37.120" v="512" actId="1076"/>
        <pc:sldMkLst>
          <pc:docMk/>
          <pc:sldMk cId="1103207793" sldId="278"/>
        </pc:sldMkLst>
        <pc:spChg chg="del">
          <ac:chgData name="Gil Palacios, Luis" userId="e569d13b-c804-4960-8544-f97ce438fdc2" providerId="ADAL" clId="{FA7F63F3-4330-57B8-8833-67DE0B668972}" dt="2026-03-18T08:00:14.243" v="506" actId="478"/>
          <ac:spMkLst>
            <pc:docMk/>
            <pc:sldMk cId="1103207793" sldId="278"/>
            <ac:spMk id="4" creationId="{E1ECAAA0-44B7-B0E1-2E45-F1FC50623127}"/>
          </ac:spMkLst>
        </pc:spChg>
        <pc:spChg chg="del">
          <ac:chgData name="Gil Palacios, Luis" userId="e569d13b-c804-4960-8544-f97ce438fdc2" providerId="ADAL" clId="{FA7F63F3-4330-57B8-8833-67DE0B668972}" dt="2026-03-18T08:00:14.243" v="506" actId="478"/>
          <ac:spMkLst>
            <pc:docMk/>
            <pc:sldMk cId="1103207793" sldId="278"/>
            <ac:spMk id="7" creationId="{85A8E0CC-0ED0-8F3D-B62E-C68EBFAEE827}"/>
          </ac:spMkLst>
        </pc:spChg>
        <pc:picChg chg="add mod">
          <ac:chgData name="Gil Palacios, Luis" userId="e569d13b-c804-4960-8544-f97ce438fdc2" providerId="ADAL" clId="{FA7F63F3-4330-57B8-8833-67DE0B668972}" dt="2026-03-18T08:00:37.120" v="512" actId="1076"/>
          <ac:picMkLst>
            <pc:docMk/>
            <pc:sldMk cId="1103207793" sldId="278"/>
            <ac:picMk id="3" creationId="{962AE33E-E9F8-5C9B-2258-B2B554E79F19}"/>
          </ac:picMkLst>
        </pc:picChg>
      </pc:sldChg>
      <pc:sldChg chg="del">
        <pc:chgData name="Gil Palacios, Luis" userId="e569d13b-c804-4960-8544-f97ce438fdc2" providerId="ADAL" clId="{FA7F63F3-4330-57B8-8833-67DE0B668972}" dt="2026-03-18T07:42:12.562" v="28" actId="2696"/>
        <pc:sldMkLst>
          <pc:docMk/>
          <pc:sldMk cId="2055844557" sldId="279"/>
        </pc:sldMkLst>
      </pc:sldChg>
      <pc:sldChg chg="addSp delSp modSp add mod">
        <pc:chgData name="Gil Palacios, Luis" userId="e569d13b-c804-4960-8544-f97ce438fdc2" providerId="ADAL" clId="{FA7F63F3-4330-57B8-8833-67DE0B668972}" dt="2026-03-18T08:06:13.306" v="600" actId="20577"/>
        <pc:sldMkLst>
          <pc:docMk/>
          <pc:sldMk cId="3781912964" sldId="279"/>
        </pc:sldMkLst>
        <pc:spChg chg="add mod">
          <ac:chgData name="Gil Palacios, Luis" userId="e569d13b-c804-4960-8544-f97ce438fdc2" providerId="ADAL" clId="{FA7F63F3-4330-57B8-8833-67DE0B668972}" dt="2026-03-18T08:06:13.306" v="600" actId="20577"/>
          <ac:spMkLst>
            <pc:docMk/>
            <pc:sldMk cId="3781912964" sldId="279"/>
            <ac:spMk id="4" creationId="{93752BC7-72E0-2CDD-5AB1-4F0B3567774E}"/>
          </ac:spMkLst>
        </pc:spChg>
        <pc:spChg chg="mod">
          <ac:chgData name="Gil Palacios, Luis" userId="e569d13b-c804-4960-8544-f97ce438fdc2" providerId="ADAL" clId="{FA7F63F3-4330-57B8-8833-67DE0B668972}" dt="2026-03-18T08:02:43.464" v="567" actId="20577"/>
          <ac:spMkLst>
            <pc:docMk/>
            <pc:sldMk cId="3781912964" sldId="279"/>
            <ac:spMk id="97" creationId="{D5148E6A-4E03-8ACF-F615-134D4BAD74A8}"/>
          </ac:spMkLst>
        </pc:spChg>
        <pc:picChg chg="del">
          <ac:chgData name="Gil Palacios, Luis" userId="e569d13b-c804-4960-8544-f97ce438fdc2" providerId="ADAL" clId="{FA7F63F3-4330-57B8-8833-67DE0B668972}" dt="2026-03-18T08:01:09.035" v="514" actId="478"/>
          <ac:picMkLst>
            <pc:docMk/>
            <pc:sldMk cId="3781912964" sldId="279"/>
            <ac:picMk id="3" creationId="{AC4E4CD2-992E-BF7F-F07B-A98BA67D2376}"/>
          </ac:picMkLst>
        </pc:picChg>
      </pc:sldChg>
      <pc:sldChg chg="del">
        <pc:chgData name="Gil Palacios, Luis" userId="e569d13b-c804-4960-8544-f97ce438fdc2" providerId="ADAL" clId="{FA7F63F3-4330-57B8-8833-67DE0B668972}" dt="2026-03-18T07:42:12.606" v="47" actId="2696"/>
        <pc:sldMkLst>
          <pc:docMk/>
          <pc:sldMk cId="1616069567" sldId="280"/>
        </pc:sldMkLst>
      </pc:sldChg>
      <pc:sldChg chg="addSp delSp modSp add mod">
        <pc:chgData name="Gil Palacios, Luis" userId="e569d13b-c804-4960-8544-f97ce438fdc2" providerId="ADAL" clId="{FA7F63F3-4330-57B8-8833-67DE0B668972}" dt="2026-03-18T08:07:21.326" v="602" actId="1076"/>
        <pc:sldMkLst>
          <pc:docMk/>
          <pc:sldMk cId="2729065520" sldId="280"/>
        </pc:sldMkLst>
        <pc:spChg chg="add mod">
          <ac:chgData name="Gil Palacios, Luis" userId="e569d13b-c804-4960-8544-f97ce438fdc2" providerId="ADAL" clId="{FA7F63F3-4330-57B8-8833-67DE0B668972}" dt="2026-03-18T08:07:21.326" v="602" actId="1076"/>
          <ac:spMkLst>
            <pc:docMk/>
            <pc:sldMk cId="2729065520" sldId="280"/>
            <ac:spMk id="3" creationId="{1F01E22D-3EE6-F2D5-A72F-1C2A31B13FB0}"/>
          </ac:spMkLst>
        </pc:spChg>
        <pc:spChg chg="del mod">
          <ac:chgData name="Gil Palacios, Luis" userId="e569d13b-c804-4960-8544-f97ce438fdc2" providerId="ADAL" clId="{FA7F63F3-4330-57B8-8833-67DE0B668972}" dt="2026-03-18T08:03:22.413" v="587" actId="478"/>
          <ac:spMkLst>
            <pc:docMk/>
            <pc:sldMk cId="2729065520" sldId="280"/>
            <ac:spMk id="4" creationId="{C6BF87D2-0152-D5D5-7C07-6E72392A4637}"/>
          </ac:spMkLst>
        </pc:spChg>
        <pc:spChg chg="mod">
          <ac:chgData name="Gil Palacios, Luis" userId="e569d13b-c804-4960-8544-f97ce438fdc2" providerId="ADAL" clId="{FA7F63F3-4330-57B8-8833-67DE0B668972}" dt="2026-03-18T08:03:00.778" v="585" actId="20577"/>
          <ac:spMkLst>
            <pc:docMk/>
            <pc:sldMk cId="2729065520" sldId="280"/>
            <ac:spMk id="97" creationId="{EB1AE63C-73F7-9000-C7C2-AF8E12CCD108}"/>
          </ac:spMkLst>
        </pc:spChg>
      </pc:sldChg>
      <pc:sldChg chg="del">
        <pc:chgData name="Gil Palacios, Luis" userId="e569d13b-c804-4960-8544-f97ce438fdc2" providerId="ADAL" clId="{FA7F63F3-4330-57B8-8833-67DE0B668972}" dt="2026-03-18T07:42:12.616" v="53" actId="2696"/>
        <pc:sldMkLst>
          <pc:docMk/>
          <pc:sldMk cId="2203828794" sldId="281"/>
        </pc:sldMkLst>
      </pc:sldChg>
      <pc:sldChg chg="addSp delSp modSp add mod">
        <pc:chgData name="Gil Palacios, Luis" userId="e569d13b-c804-4960-8544-f97ce438fdc2" providerId="ADAL" clId="{FA7F63F3-4330-57B8-8833-67DE0B668972}" dt="2026-03-18T08:09:18.794" v="623" actId="20577"/>
        <pc:sldMkLst>
          <pc:docMk/>
          <pc:sldMk cId="2413795849" sldId="281"/>
        </pc:sldMkLst>
        <pc:spChg chg="del">
          <ac:chgData name="Gil Palacios, Luis" userId="e569d13b-c804-4960-8544-f97ce438fdc2" providerId="ADAL" clId="{FA7F63F3-4330-57B8-8833-67DE0B668972}" dt="2026-03-18T08:07:57.231" v="604" actId="478"/>
          <ac:spMkLst>
            <pc:docMk/>
            <pc:sldMk cId="2413795849" sldId="281"/>
            <ac:spMk id="3" creationId="{5D52D9E0-4FAF-827D-32B6-5CF43285F989}"/>
          </ac:spMkLst>
        </pc:spChg>
        <pc:spChg chg="add mod">
          <ac:chgData name="Gil Palacios, Luis" userId="e569d13b-c804-4960-8544-f97ce438fdc2" providerId="ADAL" clId="{FA7F63F3-4330-57B8-8833-67DE0B668972}" dt="2026-03-18T08:09:18.794" v="623" actId="20577"/>
          <ac:spMkLst>
            <pc:docMk/>
            <pc:sldMk cId="2413795849" sldId="281"/>
            <ac:spMk id="4" creationId="{6A23F231-DAC7-542B-9460-C2BC060A0668}"/>
          </ac:spMkLst>
        </pc:spChg>
      </pc:sldChg>
      <pc:sldChg chg="addSp delSp modSp add del mod">
        <pc:chgData name="Gil Palacios, Luis" userId="e569d13b-c804-4960-8544-f97ce438fdc2" providerId="ADAL" clId="{FA7F63F3-4330-57B8-8833-67DE0B668972}" dt="2026-03-18T08:15:54.289" v="674" actId="2696"/>
        <pc:sldMkLst>
          <pc:docMk/>
          <pc:sldMk cId="647403234" sldId="282"/>
        </pc:sldMkLst>
        <pc:spChg chg="add mod">
          <ac:chgData name="Gil Palacios, Luis" userId="e569d13b-c804-4960-8544-f97ce438fdc2" providerId="ADAL" clId="{FA7F63F3-4330-57B8-8833-67DE0B668972}" dt="2026-03-18T08:10:55.233" v="654" actId="113"/>
          <ac:spMkLst>
            <pc:docMk/>
            <pc:sldMk cId="647403234" sldId="282"/>
            <ac:spMk id="3" creationId="{44E58AB0-743D-3E95-9D7C-8E01FD66C0B3}"/>
          </ac:spMkLst>
        </pc:spChg>
        <pc:spChg chg="del">
          <ac:chgData name="Gil Palacios, Luis" userId="e569d13b-c804-4960-8544-f97ce438fdc2" providerId="ADAL" clId="{FA7F63F3-4330-57B8-8833-67DE0B668972}" dt="2026-03-18T08:10:13.365" v="625" actId="478"/>
          <ac:spMkLst>
            <pc:docMk/>
            <pc:sldMk cId="647403234" sldId="282"/>
            <ac:spMk id="4" creationId="{C42FA9CA-EE5A-109D-E22D-9E00AECF246F}"/>
          </ac:spMkLst>
        </pc:spChg>
        <pc:spChg chg="mod">
          <ac:chgData name="Gil Palacios, Luis" userId="e569d13b-c804-4960-8544-f97ce438fdc2" providerId="ADAL" clId="{FA7F63F3-4330-57B8-8833-67DE0B668972}" dt="2026-03-18T08:10:21.823" v="642" actId="20577"/>
          <ac:spMkLst>
            <pc:docMk/>
            <pc:sldMk cId="647403234" sldId="282"/>
            <ac:spMk id="97" creationId="{D1429409-ED68-82FC-B8E2-951D8F2D0FC7}"/>
          </ac:spMkLst>
        </pc:spChg>
        <pc:picChg chg="add mod">
          <ac:chgData name="Gil Palacios, Luis" userId="e569d13b-c804-4960-8544-f97ce438fdc2" providerId="ADAL" clId="{FA7F63F3-4330-57B8-8833-67DE0B668972}" dt="2026-03-18T08:11:10.536" v="659" actId="14100"/>
          <ac:picMkLst>
            <pc:docMk/>
            <pc:sldMk cId="647403234" sldId="282"/>
            <ac:picMk id="6" creationId="{7B704D10-C839-4A32-04E7-50634AB955D4}"/>
          </ac:picMkLst>
        </pc:picChg>
      </pc:sldChg>
      <pc:sldChg chg="del">
        <pc:chgData name="Gil Palacios, Luis" userId="e569d13b-c804-4960-8544-f97ce438fdc2" providerId="ADAL" clId="{FA7F63F3-4330-57B8-8833-67DE0B668972}" dt="2026-03-18T07:42:12.596" v="42" actId="2696"/>
        <pc:sldMkLst>
          <pc:docMk/>
          <pc:sldMk cId="3214745504" sldId="282"/>
        </pc:sldMkLst>
      </pc:sldChg>
      <pc:sldChg chg="addSp delSp modSp add mod">
        <pc:chgData name="Gil Palacios, Luis" userId="e569d13b-c804-4960-8544-f97ce438fdc2" providerId="ADAL" clId="{FA7F63F3-4330-57B8-8833-67DE0B668972}" dt="2026-03-18T08:13:58.873" v="672" actId="14100"/>
        <pc:sldMkLst>
          <pc:docMk/>
          <pc:sldMk cId="2271959744" sldId="283"/>
        </pc:sldMkLst>
        <pc:spChg chg="del">
          <ac:chgData name="Gil Palacios, Luis" userId="e569d13b-c804-4960-8544-f97ce438fdc2" providerId="ADAL" clId="{FA7F63F3-4330-57B8-8833-67DE0B668972}" dt="2026-03-18T08:13:51.562" v="662" actId="478"/>
          <ac:spMkLst>
            <pc:docMk/>
            <pc:sldMk cId="2271959744" sldId="283"/>
            <ac:spMk id="3" creationId="{A04AE986-99AE-FE91-A79B-7559021EBAF4}"/>
          </ac:spMkLst>
        </pc:spChg>
        <pc:spChg chg="add mod">
          <ac:chgData name="Gil Palacios, Luis" userId="e569d13b-c804-4960-8544-f97ce438fdc2" providerId="ADAL" clId="{FA7F63F3-4330-57B8-8833-67DE0B668972}" dt="2026-03-18T08:13:58.873" v="672" actId="14100"/>
          <ac:spMkLst>
            <pc:docMk/>
            <pc:sldMk cId="2271959744" sldId="283"/>
            <ac:spMk id="4" creationId="{7F6F62E4-81BD-12FC-1D22-F72109C6A6FE}"/>
          </ac:spMkLst>
        </pc:spChg>
        <pc:spChg chg="mod">
          <ac:chgData name="Gil Palacios, Luis" userId="e569d13b-c804-4960-8544-f97ce438fdc2" providerId="ADAL" clId="{FA7F63F3-4330-57B8-8833-67DE0B668972}" dt="2026-03-18T08:13:55.437" v="671" actId="20577"/>
          <ac:spMkLst>
            <pc:docMk/>
            <pc:sldMk cId="2271959744" sldId="283"/>
            <ac:spMk id="97" creationId="{FFF683EB-090C-9164-5908-131A9E2E6FC6}"/>
          </ac:spMkLst>
        </pc:spChg>
        <pc:picChg chg="del">
          <ac:chgData name="Gil Palacios, Luis" userId="e569d13b-c804-4960-8544-f97ce438fdc2" providerId="ADAL" clId="{FA7F63F3-4330-57B8-8833-67DE0B668972}" dt="2026-03-18T08:13:50.045" v="661" actId="478"/>
          <ac:picMkLst>
            <pc:docMk/>
            <pc:sldMk cId="2271959744" sldId="283"/>
            <ac:picMk id="6" creationId="{82D47BD7-5FBB-B98D-D868-FECB1E9C84EE}"/>
          </ac:picMkLst>
        </pc:picChg>
      </pc:sldChg>
      <pc:sldChg chg="del">
        <pc:chgData name="Gil Palacios, Luis" userId="e569d13b-c804-4960-8544-f97ce438fdc2" providerId="ADAL" clId="{FA7F63F3-4330-57B8-8833-67DE0B668972}" dt="2026-03-18T07:42:12.598" v="43" actId="2696"/>
        <pc:sldMkLst>
          <pc:docMk/>
          <pc:sldMk cId="2321753988" sldId="283"/>
        </pc:sldMkLst>
      </pc:sldChg>
      <pc:sldChg chg="del">
        <pc:chgData name="Gil Palacios, Luis" userId="e569d13b-c804-4960-8544-f97ce438fdc2" providerId="ADAL" clId="{FA7F63F3-4330-57B8-8833-67DE0B668972}" dt="2026-03-18T07:42:12.615" v="52" actId="2696"/>
        <pc:sldMkLst>
          <pc:docMk/>
          <pc:sldMk cId="1711614165" sldId="284"/>
        </pc:sldMkLst>
      </pc:sldChg>
      <pc:sldChg chg="addSp delSp modSp add mod">
        <pc:chgData name="Gil Palacios, Luis" userId="e569d13b-c804-4960-8544-f97ce438fdc2" providerId="ADAL" clId="{FA7F63F3-4330-57B8-8833-67DE0B668972}" dt="2026-03-18T08:16:39.791" v="693" actId="14100"/>
        <pc:sldMkLst>
          <pc:docMk/>
          <pc:sldMk cId="2818836037" sldId="284"/>
        </pc:sldMkLst>
        <pc:spChg chg="mod">
          <ac:chgData name="Gil Palacios, Luis" userId="e569d13b-c804-4960-8544-f97ce438fdc2" providerId="ADAL" clId="{FA7F63F3-4330-57B8-8833-67DE0B668972}" dt="2026-03-18T08:16:21.754" v="687" actId="20577"/>
          <ac:spMkLst>
            <pc:docMk/>
            <pc:sldMk cId="2818836037" sldId="284"/>
            <ac:spMk id="3" creationId="{35514B9A-EB1C-B9DB-8D69-F483FB0E1123}"/>
          </ac:spMkLst>
        </pc:spChg>
        <pc:spChg chg="mod">
          <ac:chgData name="Gil Palacios, Luis" userId="e569d13b-c804-4960-8544-f97ce438fdc2" providerId="ADAL" clId="{FA7F63F3-4330-57B8-8833-67DE0B668972}" dt="2026-03-18T08:16:01.926" v="682" actId="20577"/>
          <ac:spMkLst>
            <pc:docMk/>
            <pc:sldMk cId="2818836037" sldId="284"/>
            <ac:spMk id="97" creationId="{3E7FF72C-9EC4-2BEB-AAA8-6736E6AEF81B}"/>
          </ac:spMkLst>
        </pc:spChg>
        <pc:picChg chg="add mod">
          <ac:chgData name="Gil Palacios, Luis" userId="e569d13b-c804-4960-8544-f97ce438fdc2" providerId="ADAL" clId="{FA7F63F3-4330-57B8-8833-67DE0B668972}" dt="2026-03-18T08:16:39.791" v="693" actId="14100"/>
          <ac:picMkLst>
            <pc:docMk/>
            <pc:sldMk cId="2818836037" sldId="284"/>
            <ac:picMk id="4" creationId="{386901C7-98E6-1CB9-5B10-6AE3B0C16699}"/>
          </ac:picMkLst>
        </pc:picChg>
        <pc:picChg chg="del">
          <ac:chgData name="Gil Palacios, Luis" userId="e569d13b-c804-4960-8544-f97ce438fdc2" providerId="ADAL" clId="{FA7F63F3-4330-57B8-8833-67DE0B668972}" dt="2026-03-18T08:16:33.563" v="688" actId="478"/>
          <ac:picMkLst>
            <pc:docMk/>
            <pc:sldMk cId="2818836037" sldId="284"/>
            <ac:picMk id="6" creationId="{C3C02BB5-3BF5-1F3D-A98F-46F699FFD606}"/>
          </ac:picMkLst>
        </pc:picChg>
      </pc:sldChg>
      <pc:sldChg chg="del">
        <pc:chgData name="Gil Palacios, Luis" userId="e569d13b-c804-4960-8544-f97ce438fdc2" providerId="ADAL" clId="{FA7F63F3-4330-57B8-8833-67DE0B668972}" dt="2026-03-18T07:42:12.608" v="48" actId="2696"/>
        <pc:sldMkLst>
          <pc:docMk/>
          <pc:sldMk cId="430225114" sldId="285"/>
        </pc:sldMkLst>
      </pc:sldChg>
      <pc:sldChg chg="modSp add mod ord">
        <pc:chgData name="Gil Palacios, Luis" userId="e569d13b-c804-4960-8544-f97ce438fdc2" providerId="ADAL" clId="{FA7F63F3-4330-57B8-8833-67DE0B668972}" dt="2026-03-18T08:17:42.626" v="712" actId="20577"/>
        <pc:sldMkLst>
          <pc:docMk/>
          <pc:sldMk cId="4285906402" sldId="285"/>
        </pc:sldMkLst>
        <pc:spChg chg="mod">
          <ac:chgData name="Gil Palacios, Luis" userId="e569d13b-c804-4960-8544-f97ce438fdc2" providerId="ADAL" clId="{FA7F63F3-4330-57B8-8833-67DE0B668972}" dt="2026-03-18T08:17:42.626" v="712" actId="20577"/>
          <ac:spMkLst>
            <pc:docMk/>
            <pc:sldMk cId="4285906402" sldId="285"/>
            <ac:spMk id="4" creationId="{06D3B498-A8A8-5B58-6506-408AA7050726}"/>
          </ac:spMkLst>
        </pc:spChg>
        <pc:spChg chg="mod">
          <ac:chgData name="Gil Palacios, Luis" userId="e569d13b-c804-4960-8544-f97ce438fdc2" providerId="ADAL" clId="{FA7F63F3-4330-57B8-8833-67DE0B668972}" dt="2026-03-18T08:16:53.232" v="702" actId="20577"/>
          <ac:spMkLst>
            <pc:docMk/>
            <pc:sldMk cId="4285906402" sldId="285"/>
            <ac:spMk id="97" creationId="{8A2524EB-42C8-DC23-B753-328B2DA7BF30}"/>
          </ac:spMkLst>
        </pc:spChg>
      </pc:sldChg>
      <pc:sldChg chg="modSp add mod">
        <pc:chgData name="Gil Palacios, Luis" userId="e569d13b-c804-4960-8544-f97ce438fdc2" providerId="ADAL" clId="{FA7F63F3-4330-57B8-8833-67DE0B668972}" dt="2026-03-18T08:18:54.351" v="768" actId="20577"/>
        <pc:sldMkLst>
          <pc:docMk/>
          <pc:sldMk cId="367209863" sldId="286"/>
        </pc:sldMkLst>
        <pc:spChg chg="mod">
          <ac:chgData name="Gil Palacios, Luis" userId="e569d13b-c804-4960-8544-f97ce438fdc2" providerId="ADAL" clId="{FA7F63F3-4330-57B8-8833-67DE0B668972}" dt="2026-03-18T08:18:42.935" v="721" actId="20577"/>
          <ac:spMkLst>
            <pc:docMk/>
            <pc:sldMk cId="367209863" sldId="286"/>
            <ac:spMk id="4" creationId="{219B965D-8B20-333C-C53F-D6084AACF469}"/>
          </ac:spMkLst>
        </pc:spChg>
        <pc:spChg chg="mod">
          <ac:chgData name="Gil Palacios, Luis" userId="e569d13b-c804-4960-8544-f97ce438fdc2" providerId="ADAL" clId="{FA7F63F3-4330-57B8-8833-67DE0B668972}" dt="2026-03-18T08:18:54.351" v="768" actId="20577"/>
          <ac:spMkLst>
            <pc:docMk/>
            <pc:sldMk cId="367209863" sldId="286"/>
            <ac:spMk id="97" creationId="{46EDADD6-39BD-AFD9-BEB8-3FC55ADA3356}"/>
          </ac:spMkLst>
        </pc:spChg>
      </pc:sldChg>
      <pc:sldChg chg="del">
        <pc:chgData name="Gil Palacios, Luis" userId="e569d13b-c804-4960-8544-f97ce438fdc2" providerId="ADAL" clId="{FA7F63F3-4330-57B8-8833-67DE0B668972}" dt="2026-03-18T07:42:12.586" v="37" actId="2696"/>
        <pc:sldMkLst>
          <pc:docMk/>
          <pc:sldMk cId="2013842759" sldId="286"/>
        </pc:sldMkLst>
      </pc:sldChg>
      <pc:sldChg chg="del">
        <pc:chgData name="Gil Palacios, Luis" userId="e569d13b-c804-4960-8544-f97ce438fdc2" providerId="ADAL" clId="{FA7F63F3-4330-57B8-8833-67DE0B668972}" dt="2026-03-18T07:42:12.618" v="54" actId="2696"/>
        <pc:sldMkLst>
          <pc:docMk/>
          <pc:sldMk cId="947152710" sldId="287"/>
        </pc:sldMkLst>
      </pc:sldChg>
      <pc:sldChg chg="addSp modSp add mod">
        <pc:chgData name="Gil Palacios, Luis" userId="e569d13b-c804-4960-8544-f97ce438fdc2" providerId="ADAL" clId="{FA7F63F3-4330-57B8-8833-67DE0B668972}" dt="2026-03-18T08:32:41.997" v="951" actId="20577"/>
        <pc:sldMkLst>
          <pc:docMk/>
          <pc:sldMk cId="4151151619" sldId="287"/>
        </pc:sldMkLst>
        <pc:spChg chg="add mod">
          <ac:chgData name="Gil Palacios, Luis" userId="e569d13b-c804-4960-8544-f97ce438fdc2" providerId="ADAL" clId="{FA7F63F3-4330-57B8-8833-67DE0B668972}" dt="2026-03-18T08:23:50.886" v="813" actId="14100"/>
          <ac:spMkLst>
            <pc:docMk/>
            <pc:sldMk cId="4151151619" sldId="287"/>
            <ac:spMk id="3" creationId="{8A7BDA0B-FFC5-80A8-B23F-3ECE9DBC000A}"/>
          </ac:spMkLst>
        </pc:spChg>
        <pc:spChg chg="mod">
          <ac:chgData name="Gil Palacios, Luis" userId="e569d13b-c804-4960-8544-f97ce438fdc2" providerId="ADAL" clId="{FA7F63F3-4330-57B8-8833-67DE0B668972}" dt="2026-03-18T08:22:56.729" v="806" actId="12"/>
          <ac:spMkLst>
            <pc:docMk/>
            <pc:sldMk cId="4151151619" sldId="287"/>
            <ac:spMk id="4" creationId="{1432E61F-A5EA-5980-7531-BDBB7EB6F10C}"/>
          </ac:spMkLst>
        </pc:spChg>
        <pc:spChg chg="add mod">
          <ac:chgData name="Gil Palacios, Luis" userId="e569d13b-c804-4960-8544-f97ce438fdc2" providerId="ADAL" clId="{FA7F63F3-4330-57B8-8833-67DE0B668972}" dt="2026-03-18T08:23:55.777" v="815" actId="1076"/>
          <ac:spMkLst>
            <pc:docMk/>
            <pc:sldMk cId="4151151619" sldId="287"/>
            <ac:spMk id="6" creationId="{A48AC58A-D46B-C693-73E3-89EC61E95959}"/>
          </ac:spMkLst>
        </pc:spChg>
        <pc:spChg chg="mod">
          <ac:chgData name="Gil Palacios, Luis" userId="e569d13b-c804-4960-8544-f97ce438fdc2" providerId="ADAL" clId="{FA7F63F3-4330-57B8-8833-67DE0B668972}" dt="2026-03-18T08:23:24.905" v="810" actId="113"/>
          <ac:spMkLst>
            <pc:docMk/>
            <pc:sldMk cId="4151151619" sldId="287"/>
            <ac:spMk id="7" creationId="{625D63C9-7DBB-BF30-540F-AC53FC8F7109}"/>
          </ac:spMkLst>
        </pc:spChg>
        <pc:spChg chg="add mod">
          <ac:chgData name="Gil Palacios, Luis" userId="e569d13b-c804-4960-8544-f97ce438fdc2" providerId="ADAL" clId="{FA7F63F3-4330-57B8-8833-67DE0B668972}" dt="2026-03-18T08:24:33.315" v="829" actId="1076"/>
          <ac:spMkLst>
            <pc:docMk/>
            <pc:sldMk cId="4151151619" sldId="287"/>
            <ac:spMk id="9" creationId="{B2DD87D7-DD7E-5DC6-2440-57B61D357288}"/>
          </ac:spMkLst>
        </pc:spChg>
        <pc:spChg chg="mod">
          <ac:chgData name="Gil Palacios, Luis" userId="e569d13b-c804-4960-8544-f97ce438fdc2" providerId="ADAL" clId="{FA7F63F3-4330-57B8-8833-67DE0B668972}" dt="2026-03-18T08:32:41.997" v="951" actId="20577"/>
          <ac:spMkLst>
            <pc:docMk/>
            <pc:sldMk cId="4151151619" sldId="287"/>
            <ac:spMk id="97" creationId="{43A36DAA-ECDA-29B4-D4AA-23FC67DDA7A7}"/>
          </ac:spMkLst>
        </pc:spChg>
      </pc:sldChg>
      <pc:sldChg chg="addSp delSp modSp add mod">
        <pc:chgData name="Gil Palacios, Luis" userId="e569d13b-c804-4960-8544-f97ce438fdc2" providerId="ADAL" clId="{FA7F63F3-4330-57B8-8833-67DE0B668972}" dt="2026-03-18T08:35:40.222" v="986" actId="1076"/>
        <pc:sldMkLst>
          <pc:docMk/>
          <pc:sldMk cId="743995926" sldId="288"/>
        </pc:sldMkLst>
        <pc:spChg chg="del">
          <ac:chgData name="Gil Palacios, Luis" userId="e569d13b-c804-4960-8544-f97ce438fdc2" providerId="ADAL" clId="{FA7F63F3-4330-57B8-8833-67DE0B668972}" dt="2026-03-18T08:25:42.564" v="831" actId="478"/>
          <ac:spMkLst>
            <pc:docMk/>
            <pc:sldMk cId="743995926" sldId="288"/>
            <ac:spMk id="3" creationId="{F5107ED5-6777-C85C-E07B-D4CF36572A00}"/>
          </ac:spMkLst>
        </pc:spChg>
        <pc:spChg chg="del">
          <ac:chgData name="Gil Palacios, Luis" userId="e569d13b-c804-4960-8544-f97ce438fdc2" providerId="ADAL" clId="{FA7F63F3-4330-57B8-8833-67DE0B668972}" dt="2026-03-18T08:25:42.564" v="831" actId="478"/>
          <ac:spMkLst>
            <pc:docMk/>
            <pc:sldMk cId="743995926" sldId="288"/>
            <ac:spMk id="4" creationId="{9600E7DC-3FA0-9DD7-EC4D-F9ACCC9E6BDA}"/>
          </ac:spMkLst>
        </pc:spChg>
        <pc:spChg chg="add del mod">
          <ac:chgData name="Gil Palacios, Luis" userId="e569d13b-c804-4960-8544-f97ce438fdc2" providerId="ADAL" clId="{FA7F63F3-4330-57B8-8833-67DE0B668972}" dt="2026-03-18T08:34:53.391" v="975" actId="478"/>
          <ac:spMkLst>
            <pc:docMk/>
            <pc:sldMk cId="743995926" sldId="288"/>
            <ac:spMk id="5" creationId="{2A88C733-6E27-D93B-B8B9-BB32B58513CF}"/>
          </ac:spMkLst>
        </pc:spChg>
        <pc:spChg chg="del">
          <ac:chgData name="Gil Palacios, Luis" userId="e569d13b-c804-4960-8544-f97ce438fdc2" providerId="ADAL" clId="{FA7F63F3-4330-57B8-8833-67DE0B668972}" dt="2026-03-18T08:25:43.982" v="832" actId="478"/>
          <ac:spMkLst>
            <pc:docMk/>
            <pc:sldMk cId="743995926" sldId="288"/>
            <ac:spMk id="6" creationId="{348C3108-3EA4-84B6-EBE5-0BD406476196}"/>
          </ac:spMkLst>
        </pc:spChg>
        <pc:spChg chg="del">
          <ac:chgData name="Gil Palacios, Luis" userId="e569d13b-c804-4960-8544-f97ce438fdc2" providerId="ADAL" clId="{FA7F63F3-4330-57B8-8833-67DE0B668972}" dt="2026-03-18T08:25:42.564" v="831" actId="478"/>
          <ac:spMkLst>
            <pc:docMk/>
            <pc:sldMk cId="743995926" sldId="288"/>
            <ac:spMk id="7" creationId="{2ADC5E4F-3FDA-E8D3-7B6F-ED7F26949579}"/>
          </ac:spMkLst>
        </pc:spChg>
        <pc:spChg chg="del">
          <ac:chgData name="Gil Palacios, Luis" userId="e569d13b-c804-4960-8544-f97ce438fdc2" providerId="ADAL" clId="{FA7F63F3-4330-57B8-8833-67DE0B668972}" dt="2026-03-18T08:25:42.564" v="831" actId="478"/>
          <ac:spMkLst>
            <pc:docMk/>
            <pc:sldMk cId="743995926" sldId="288"/>
            <ac:spMk id="9" creationId="{F454E603-DB21-1294-E69A-2DD11B8693C9}"/>
          </ac:spMkLst>
        </pc:spChg>
        <pc:spChg chg="add del">
          <ac:chgData name="Gil Palacios, Luis" userId="e569d13b-c804-4960-8544-f97ce438fdc2" providerId="ADAL" clId="{FA7F63F3-4330-57B8-8833-67DE0B668972}" dt="2026-03-18T08:26:56.939" v="858" actId="22"/>
          <ac:spMkLst>
            <pc:docMk/>
            <pc:sldMk cId="743995926" sldId="288"/>
            <ac:spMk id="10" creationId="{90DEE89B-F840-54F2-345F-DC4B4A2ABF89}"/>
          </ac:spMkLst>
        </pc:spChg>
        <pc:spChg chg="add mod">
          <ac:chgData name="Gil Palacios, Luis" userId="e569d13b-c804-4960-8544-f97ce438fdc2" providerId="ADAL" clId="{FA7F63F3-4330-57B8-8833-67DE0B668972}" dt="2026-03-18T08:35:40.222" v="986" actId="1076"/>
          <ac:spMkLst>
            <pc:docMk/>
            <pc:sldMk cId="743995926" sldId="288"/>
            <ac:spMk id="12" creationId="{7F455E3C-B3A2-F774-9C58-7055F7015959}"/>
          </ac:spMkLst>
        </pc:spChg>
        <pc:spChg chg="mod">
          <ac:chgData name="Gil Palacios, Luis" userId="e569d13b-c804-4960-8544-f97ce438fdc2" providerId="ADAL" clId="{FA7F63F3-4330-57B8-8833-67DE0B668972}" dt="2026-03-18T08:25:49.634" v="845" actId="20577"/>
          <ac:spMkLst>
            <pc:docMk/>
            <pc:sldMk cId="743995926" sldId="288"/>
            <ac:spMk id="97" creationId="{F64CFF96-D068-ED27-19CF-A52FB87AB80E}"/>
          </ac:spMkLst>
        </pc:spChg>
      </pc:sldChg>
      <pc:sldChg chg="del">
        <pc:chgData name="Gil Palacios, Luis" userId="e569d13b-c804-4960-8544-f97ce438fdc2" providerId="ADAL" clId="{FA7F63F3-4330-57B8-8833-67DE0B668972}" dt="2026-03-18T07:42:12.613" v="51" actId="2696"/>
        <pc:sldMkLst>
          <pc:docMk/>
          <pc:sldMk cId="1847981872" sldId="288"/>
        </pc:sldMkLst>
      </pc:sldChg>
      <pc:sldChg chg="del">
        <pc:chgData name="Gil Palacios, Luis" userId="e569d13b-c804-4960-8544-f97ce438fdc2" providerId="ADAL" clId="{FA7F63F3-4330-57B8-8833-67DE0B668972}" dt="2026-03-18T07:42:12.604" v="46" actId="2696"/>
        <pc:sldMkLst>
          <pc:docMk/>
          <pc:sldMk cId="357792502" sldId="289"/>
        </pc:sldMkLst>
      </pc:sldChg>
      <pc:sldChg chg="addSp delSp modSp add mod ord">
        <pc:chgData name="Gil Palacios, Luis" userId="e569d13b-c804-4960-8544-f97ce438fdc2" providerId="ADAL" clId="{FA7F63F3-4330-57B8-8833-67DE0B668972}" dt="2026-03-18T08:34:33.535" v="974" actId="20577"/>
        <pc:sldMkLst>
          <pc:docMk/>
          <pc:sldMk cId="2252617228" sldId="289"/>
        </pc:sldMkLst>
        <pc:spChg chg="add del mod">
          <ac:chgData name="Gil Palacios, Luis" userId="e569d13b-c804-4960-8544-f97ce438fdc2" providerId="ADAL" clId="{FA7F63F3-4330-57B8-8833-67DE0B668972}" dt="2026-03-18T08:29:18.281" v="919" actId="478"/>
          <ac:spMkLst>
            <pc:docMk/>
            <pc:sldMk cId="2252617228" sldId="289"/>
            <ac:spMk id="3" creationId="{8A652D82-F318-863D-6B9B-4A7849114C06}"/>
          </ac:spMkLst>
        </pc:spChg>
        <pc:spChg chg="del">
          <ac:chgData name="Gil Palacios, Luis" userId="e569d13b-c804-4960-8544-f97ce438fdc2" providerId="ADAL" clId="{FA7F63F3-4330-57B8-8833-67DE0B668972}" dt="2026-03-18T08:27:19.502" v="881" actId="478"/>
          <ac:spMkLst>
            <pc:docMk/>
            <pc:sldMk cId="2252617228" sldId="289"/>
            <ac:spMk id="5" creationId="{2BAFE6DF-B77E-DB71-8485-1BE81E035CF2}"/>
          </ac:spMkLst>
        </pc:spChg>
        <pc:spChg chg="add del mod">
          <ac:chgData name="Gil Palacios, Luis" userId="e569d13b-c804-4960-8544-f97ce438fdc2" providerId="ADAL" clId="{FA7F63F3-4330-57B8-8833-67DE0B668972}" dt="2026-03-18T08:33:56.254" v="964" actId="478"/>
          <ac:spMkLst>
            <pc:docMk/>
            <pc:sldMk cId="2252617228" sldId="289"/>
            <ac:spMk id="6" creationId="{CDD8D968-F884-F26B-F8FD-47C6B0649A8E}"/>
          </ac:spMkLst>
        </pc:spChg>
        <pc:spChg chg="add mod">
          <ac:chgData name="Gil Palacios, Luis" userId="e569d13b-c804-4960-8544-f97ce438fdc2" providerId="ADAL" clId="{FA7F63F3-4330-57B8-8833-67DE0B668972}" dt="2026-03-18T08:34:33.535" v="974" actId="20577"/>
          <ac:spMkLst>
            <pc:docMk/>
            <pc:sldMk cId="2252617228" sldId="289"/>
            <ac:spMk id="8" creationId="{0954A024-9836-EB1A-97BC-A666BAE8F47C}"/>
          </ac:spMkLst>
        </pc:spChg>
        <pc:spChg chg="mod">
          <ac:chgData name="Gil Palacios, Luis" userId="e569d13b-c804-4960-8544-f97ce438fdc2" providerId="ADAL" clId="{FA7F63F3-4330-57B8-8833-67DE0B668972}" dt="2026-03-18T08:27:12.299" v="880" actId="20577"/>
          <ac:spMkLst>
            <pc:docMk/>
            <pc:sldMk cId="2252617228" sldId="289"/>
            <ac:spMk id="97" creationId="{73584BFA-20AE-8121-8573-1AB1D3319130}"/>
          </ac:spMkLst>
        </pc:spChg>
      </pc:sldChg>
      <pc:sldChg chg="addSp delSp modSp add del mod">
        <pc:chgData name="Gil Palacios, Luis" userId="e569d13b-c804-4960-8544-f97ce438fdc2" providerId="ADAL" clId="{FA7F63F3-4330-57B8-8833-67DE0B668972}" dt="2026-03-18T08:36:32.396" v="987" actId="2696"/>
        <pc:sldMkLst>
          <pc:docMk/>
          <pc:sldMk cId="3564756680" sldId="290"/>
        </pc:sldMkLst>
        <pc:spChg chg="add mod">
          <ac:chgData name="Gil Palacios, Luis" userId="e569d13b-c804-4960-8544-f97ce438fdc2" providerId="ADAL" clId="{FA7F63F3-4330-57B8-8833-67DE0B668972}" dt="2026-03-18T08:32:17.990" v="950" actId="1076"/>
          <ac:spMkLst>
            <pc:docMk/>
            <pc:sldMk cId="3564756680" sldId="290"/>
            <ac:spMk id="3" creationId="{5682226F-6F71-7548-50A4-84F705DB611A}"/>
          </ac:spMkLst>
        </pc:spChg>
        <pc:spChg chg="del">
          <ac:chgData name="Gil Palacios, Luis" userId="e569d13b-c804-4960-8544-f97ce438fdc2" providerId="ADAL" clId="{FA7F63F3-4330-57B8-8833-67DE0B668972}" dt="2026-03-18T08:31:53.771" v="941" actId="478"/>
          <ac:spMkLst>
            <pc:docMk/>
            <pc:sldMk cId="3564756680" sldId="290"/>
            <ac:spMk id="6" creationId="{0272B2D9-57FA-68A9-6AE8-8312961CB2F4}"/>
          </ac:spMkLst>
        </pc:spChg>
        <pc:spChg chg="mod">
          <ac:chgData name="Gil Palacios, Luis" userId="e569d13b-c804-4960-8544-f97ce438fdc2" providerId="ADAL" clId="{FA7F63F3-4330-57B8-8833-67DE0B668972}" dt="2026-03-18T08:32:15.568" v="949" actId="1076"/>
          <ac:spMkLst>
            <pc:docMk/>
            <pc:sldMk cId="3564756680" sldId="290"/>
            <ac:spMk id="97" creationId="{AF767284-F7B3-01BF-DA75-573090B4D36A}"/>
          </ac:spMkLst>
        </pc:spChg>
      </pc:sldChg>
      <pc:sldChg chg="del">
        <pc:chgData name="Gil Palacios, Luis" userId="e569d13b-c804-4960-8544-f97ce438fdc2" providerId="ADAL" clId="{FA7F63F3-4330-57B8-8833-67DE0B668972}" dt="2026-03-18T07:42:12.592" v="40" actId="2696"/>
        <pc:sldMkLst>
          <pc:docMk/>
          <pc:sldMk cId="3826415196" sldId="290"/>
        </pc:sldMkLst>
      </pc:sldChg>
      <pc:sldChg chg="addSp delSp modSp add mod">
        <pc:chgData name="Gil Palacios, Luis" userId="e569d13b-c804-4960-8544-f97ce438fdc2" providerId="ADAL" clId="{FA7F63F3-4330-57B8-8833-67DE0B668972}" dt="2026-03-18T08:33:26.723" v="961" actId="1076"/>
        <pc:sldMkLst>
          <pc:docMk/>
          <pc:sldMk cId="2817870608" sldId="291"/>
        </pc:sldMkLst>
        <pc:spChg chg="del">
          <ac:chgData name="Gil Palacios, Luis" userId="e569d13b-c804-4960-8544-f97ce438fdc2" providerId="ADAL" clId="{FA7F63F3-4330-57B8-8833-67DE0B668972}" dt="2026-03-18T08:33:05.934" v="955" actId="478"/>
          <ac:spMkLst>
            <pc:docMk/>
            <pc:sldMk cId="2817870608" sldId="291"/>
            <ac:spMk id="3" creationId="{53193209-3912-9FD1-34ED-F59CE35B5A68}"/>
          </ac:spMkLst>
        </pc:spChg>
        <pc:spChg chg="del">
          <ac:chgData name="Gil Palacios, Luis" userId="e569d13b-c804-4960-8544-f97ce438fdc2" providerId="ADAL" clId="{FA7F63F3-4330-57B8-8833-67DE0B668972}" dt="2026-03-18T08:33:05.934" v="955" actId="478"/>
          <ac:spMkLst>
            <pc:docMk/>
            <pc:sldMk cId="2817870608" sldId="291"/>
            <ac:spMk id="4" creationId="{BF077E8D-88CD-B19A-A6C1-4F0B7A2D09C3}"/>
          </ac:spMkLst>
        </pc:spChg>
        <pc:spChg chg="del">
          <ac:chgData name="Gil Palacios, Luis" userId="e569d13b-c804-4960-8544-f97ce438fdc2" providerId="ADAL" clId="{FA7F63F3-4330-57B8-8833-67DE0B668972}" dt="2026-03-18T08:33:05.934" v="955" actId="478"/>
          <ac:spMkLst>
            <pc:docMk/>
            <pc:sldMk cId="2817870608" sldId="291"/>
            <ac:spMk id="6" creationId="{CAB6D98A-64F8-7B20-656E-C442EA41D019}"/>
          </ac:spMkLst>
        </pc:spChg>
        <pc:spChg chg="del">
          <ac:chgData name="Gil Palacios, Luis" userId="e569d13b-c804-4960-8544-f97ce438fdc2" providerId="ADAL" clId="{FA7F63F3-4330-57B8-8833-67DE0B668972}" dt="2026-03-18T08:33:05.934" v="955" actId="478"/>
          <ac:spMkLst>
            <pc:docMk/>
            <pc:sldMk cId="2817870608" sldId="291"/>
            <ac:spMk id="7" creationId="{649C7A32-3C05-C0EA-F851-D2702EF5FF11}"/>
          </ac:spMkLst>
        </pc:spChg>
        <pc:spChg chg="del">
          <ac:chgData name="Gil Palacios, Luis" userId="e569d13b-c804-4960-8544-f97ce438fdc2" providerId="ADAL" clId="{FA7F63F3-4330-57B8-8833-67DE0B668972}" dt="2026-03-18T08:33:05.934" v="955" actId="478"/>
          <ac:spMkLst>
            <pc:docMk/>
            <pc:sldMk cId="2817870608" sldId="291"/>
            <ac:spMk id="9" creationId="{0E5CE660-12F8-9B6C-7998-58ECDD9C8D14}"/>
          </ac:spMkLst>
        </pc:spChg>
        <pc:spChg chg="mod">
          <ac:chgData name="Gil Palacios, Luis" userId="e569d13b-c804-4960-8544-f97ce438fdc2" providerId="ADAL" clId="{FA7F63F3-4330-57B8-8833-67DE0B668972}" dt="2026-03-18T08:32:57.061" v="954" actId="20577"/>
          <ac:spMkLst>
            <pc:docMk/>
            <pc:sldMk cId="2817870608" sldId="291"/>
            <ac:spMk id="97" creationId="{34CF347B-7BC2-0324-C759-6B95F7712EB4}"/>
          </ac:spMkLst>
        </pc:spChg>
        <pc:picChg chg="add mod">
          <ac:chgData name="Gil Palacios, Luis" userId="e569d13b-c804-4960-8544-f97ce438fdc2" providerId="ADAL" clId="{FA7F63F3-4330-57B8-8833-67DE0B668972}" dt="2026-03-18T08:33:26.723" v="961" actId="1076"/>
          <ac:picMkLst>
            <pc:docMk/>
            <pc:sldMk cId="2817870608" sldId="291"/>
            <ac:picMk id="5" creationId="{663DFB5D-B506-4C52-9121-BFCF8D7BE5BB}"/>
          </ac:picMkLst>
        </pc:picChg>
      </pc:sldChg>
      <pc:sldChg chg="del">
        <pc:chgData name="Gil Palacios, Luis" userId="e569d13b-c804-4960-8544-f97ce438fdc2" providerId="ADAL" clId="{FA7F63F3-4330-57B8-8833-67DE0B668972}" dt="2026-03-18T07:42:12.551" v="25" actId="2696"/>
        <pc:sldMkLst>
          <pc:docMk/>
          <pc:sldMk cId="2853034993" sldId="291"/>
        </pc:sldMkLst>
      </pc:sldChg>
      <pc:sldChg chg="del">
        <pc:chgData name="Gil Palacios, Luis" userId="e569d13b-c804-4960-8544-f97ce438fdc2" providerId="ADAL" clId="{FA7F63F3-4330-57B8-8833-67DE0B668972}" dt="2026-03-18T07:42:12.539" v="23" actId="2696"/>
        <pc:sldMkLst>
          <pc:docMk/>
          <pc:sldMk cId="2955819384" sldId="292"/>
        </pc:sldMkLst>
      </pc:sldChg>
      <pc:sldChg chg="addSp delSp modSp add mod">
        <pc:chgData name="Gil Palacios, Luis" userId="e569d13b-c804-4960-8544-f97ce438fdc2" providerId="ADAL" clId="{FA7F63F3-4330-57B8-8833-67DE0B668972}" dt="2026-03-18T08:39:46.880" v="1017" actId="1076"/>
        <pc:sldMkLst>
          <pc:docMk/>
          <pc:sldMk cId="3812022681" sldId="292"/>
        </pc:sldMkLst>
        <pc:spChg chg="add mod">
          <ac:chgData name="Gil Palacios, Luis" userId="e569d13b-c804-4960-8544-f97ce438fdc2" providerId="ADAL" clId="{FA7F63F3-4330-57B8-8833-67DE0B668972}" dt="2026-03-18T08:39:25.614" v="1009" actId="404"/>
          <ac:spMkLst>
            <pc:docMk/>
            <pc:sldMk cId="3812022681" sldId="292"/>
            <ac:spMk id="3" creationId="{77A81959-DEA2-EB2C-FCD2-4090E2DAC3A5}"/>
          </ac:spMkLst>
        </pc:spChg>
        <pc:spChg chg="add mod">
          <ac:chgData name="Gil Palacios, Luis" userId="e569d13b-c804-4960-8544-f97ce438fdc2" providerId="ADAL" clId="{FA7F63F3-4330-57B8-8833-67DE0B668972}" dt="2026-03-18T08:39:46.880" v="1017" actId="1076"/>
          <ac:spMkLst>
            <pc:docMk/>
            <pc:sldMk cId="3812022681" sldId="292"/>
            <ac:spMk id="5" creationId="{EFB328BE-4BDE-9AB1-D010-9EBFDCFAEE37}"/>
          </ac:spMkLst>
        </pc:spChg>
        <pc:spChg chg="del">
          <ac:chgData name="Gil Palacios, Luis" userId="e569d13b-c804-4960-8544-f97ce438fdc2" providerId="ADAL" clId="{FA7F63F3-4330-57B8-8833-67DE0B668972}" dt="2026-03-18T08:38:46.349" v="989" actId="478"/>
          <ac:spMkLst>
            <pc:docMk/>
            <pc:sldMk cId="3812022681" sldId="292"/>
            <ac:spMk id="12" creationId="{09729738-13E3-752D-2E39-A39D334C1D8A}"/>
          </ac:spMkLst>
        </pc:spChg>
        <pc:spChg chg="mod">
          <ac:chgData name="Gil Palacios, Luis" userId="e569d13b-c804-4960-8544-f97ce438fdc2" providerId="ADAL" clId="{FA7F63F3-4330-57B8-8833-67DE0B668972}" dt="2026-03-18T08:38:55.437" v="1001" actId="20577"/>
          <ac:spMkLst>
            <pc:docMk/>
            <pc:sldMk cId="3812022681" sldId="292"/>
            <ac:spMk id="97" creationId="{E9F3BBE0-2A57-5AD0-631A-0231C70B7B0C}"/>
          </ac:spMkLst>
        </pc:spChg>
      </pc:sldChg>
      <pc:sldChg chg="del">
        <pc:chgData name="Gil Palacios, Luis" userId="e569d13b-c804-4960-8544-f97ce438fdc2" providerId="ADAL" clId="{FA7F63F3-4330-57B8-8833-67DE0B668972}" dt="2026-03-18T07:42:12.547" v="24" actId="2696"/>
        <pc:sldMkLst>
          <pc:docMk/>
          <pc:sldMk cId="1066710190" sldId="293"/>
        </pc:sldMkLst>
      </pc:sldChg>
      <pc:sldChg chg="addSp delSp modSp add mod">
        <pc:chgData name="Gil Palacios, Luis" userId="e569d13b-c804-4960-8544-f97ce438fdc2" providerId="ADAL" clId="{FA7F63F3-4330-57B8-8833-67DE0B668972}" dt="2026-03-18T08:40:21.347" v="1028" actId="403"/>
        <pc:sldMkLst>
          <pc:docMk/>
          <pc:sldMk cId="4214297088" sldId="293"/>
        </pc:sldMkLst>
        <pc:spChg chg="del">
          <ac:chgData name="Gil Palacios, Luis" userId="e569d13b-c804-4960-8544-f97ce438fdc2" providerId="ADAL" clId="{FA7F63F3-4330-57B8-8833-67DE0B668972}" dt="2026-03-18T08:40:03.977" v="1020" actId="478"/>
          <ac:spMkLst>
            <pc:docMk/>
            <pc:sldMk cId="4214297088" sldId="293"/>
            <ac:spMk id="3" creationId="{46AF3A59-E4CE-D138-E01A-D03B5F9DF246}"/>
          </ac:spMkLst>
        </pc:spChg>
        <pc:spChg chg="add mod">
          <ac:chgData name="Gil Palacios, Luis" userId="e569d13b-c804-4960-8544-f97ce438fdc2" providerId="ADAL" clId="{FA7F63F3-4330-57B8-8833-67DE0B668972}" dt="2026-03-18T08:40:21.347" v="1028" actId="403"/>
          <ac:spMkLst>
            <pc:docMk/>
            <pc:sldMk cId="4214297088" sldId="293"/>
            <ac:spMk id="4" creationId="{9E0860AA-F3B1-65B6-9E84-C90EEE3EE404}"/>
          </ac:spMkLst>
        </pc:spChg>
        <pc:spChg chg="del">
          <ac:chgData name="Gil Palacios, Luis" userId="e569d13b-c804-4960-8544-f97ce438fdc2" providerId="ADAL" clId="{FA7F63F3-4330-57B8-8833-67DE0B668972}" dt="2026-03-18T08:40:02.355" v="1019" actId="478"/>
          <ac:spMkLst>
            <pc:docMk/>
            <pc:sldMk cId="4214297088" sldId="293"/>
            <ac:spMk id="5" creationId="{F75C36FC-8B23-AFF0-412C-C59E0C78246C}"/>
          </ac:spMkLst>
        </pc:spChg>
      </pc:sldChg>
      <pc:sldChg chg="addSp delSp modSp add mod">
        <pc:chgData name="Gil Palacios, Luis" userId="e569d13b-c804-4960-8544-f97ce438fdc2" providerId="ADAL" clId="{FA7F63F3-4330-57B8-8833-67DE0B668972}" dt="2026-03-18T08:41:34.373" v="1044" actId="15"/>
        <pc:sldMkLst>
          <pc:docMk/>
          <pc:sldMk cId="729967270" sldId="294"/>
        </pc:sldMkLst>
        <pc:spChg chg="add mod">
          <ac:chgData name="Gil Palacios, Luis" userId="e569d13b-c804-4960-8544-f97ce438fdc2" providerId="ADAL" clId="{FA7F63F3-4330-57B8-8833-67DE0B668972}" dt="2026-03-18T08:40:52.724" v="1039" actId="14100"/>
          <ac:spMkLst>
            <pc:docMk/>
            <pc:sldMk cId="729967270" sldId="294"/>
            <ac:spMk id="3" creationId="{C147AB42-5D56-A88C-154F-10FB110C9A5A}"/>
          </ac:spMkLst>
        </pc:spChg>
        <pc:spChg chg="del">
          <ac:chgData name="Gil Palacios, Luis" userId="e569d13b-c804-4960-8544-f97ce438fdc2" providerId="ADAL" clId="{FA7F63F3-4330-57B8-8833-67DE0B668972}" dt="2026-03-18T08:40:37.544" v="1030" actId="478"/>
          <ac:spMkLst>
            <pc:docMk/>
            <pc:sldMk cId="729967270" sldId="294"/>
            <ac:spMk id="4" creationId="{5B9028CF-4C02-3582-9076-89EAAA03C6E2}"/>
          </ac:spMkLst>
        </pc:spChg>
        <pc:spChg chg="add mod">
          <ac:chgData name="Gil Palacios, Luis" userId="e569d13b-c804-4960-8544-f97ce438fdc2" providerId="ADAL" clId="{FA7F63F3-4330-57B8-8833-67DE0B668972}" dt="2026-03-18T08:41:34.373" v="1044" actId="15"/>
          <ac:spMkLst>
            <pc:docMk/>
            <pc:sldMk cId="729967270" sldId="294"/>
            <ac:spMk id="6" creationId="{6022F7E3-9456-347C-5B7B-59416EF5837A}"/>
          </ac:spMkLst>
        </pc:spChg>
      </pc:sldChg>
      <pc:sldChg chg="del">
        <pc:chgData name="Gil Palacios, Luis" userId="e569d13b-c804-4960-8544-f97ce438fdc2" providerId="ADAL" clId="{FA7F63F3-4330-57B8-8833-67DE0B668972}" dt="2026-03-18T07:42:12.554" v="26" actId="2696"/>
        <pc:sldMkLst>
          <pc:docMk/>
          <pc:sldMk cId="4045591043" sldId="294"/>
        </pc:sldMkLst>
      </pc:sldChg>
      <pc:sldChg chg="addSp delSp modSp add mod">
        <pc:chgData name="Gil Palacios, Luis" userId="e569d13b-c804-4960-8544-f97ce438fdc2" providerId="ADAL" clId="{FA7F63F3-4330-57B8-8833-67DE0B668972}" dt="2026-03-18T08:47:33.414" v="1064" actId="403"/>
        <pc:sldMkLst>
          <pc:docMk/>
          <pc:sldMk cId="3597164330" sldId="295"/>
        </pc:sldMkLst>
        <pc:spChg chg="del">
          <ac:chgData name="Gil Palacios, Luis" userId="e569d13b-c804-4960-8544-f97ce438fdc2" providerId="ADAL" clId="{FA7F63F3-4330-57B8-8833-67DE0B668972}" dt="2026-03-18T08:47:06.276" v="1057" actId="478"/>
          <ac:spMkLst>
            <pc:docMk/>
            <pc:sldMk cId="3597164330" sldId="295"/>
            <ac:spMk id="3" creationId="{2D2591B1-AF72-9414-FF36-D2916E1DF4CF}"/>
          </ac:spMkLst>
        </pc:spChg>
        <pc:spChg chg="del">
          <ac:chgData name="Gil Palacios, Luis" userId="e569d13b-c804-4960-8544-f97ce438fdc2" providerId="ADAL" clId="{FA7F63F3-4330-57B8-8833-67DE0B668972}" dt="2026-03-18T08:46:54.041" v="1051" actId="478"/>
          <ac:spMkLst>
            <pc:docMk/>
            <pc:sldMk cId="3597164330" sldId="295"/>
            <ac:spMk id="4" creationId="{9A3B487A-E725-F394-BB52-843CF0B9035D}"/>
          </ac:spMkLst>
        </pc:spChg>
        <pc:spChg chg="add mod">
          <ac:chgData name="Gil Palacios, Luis" userId="e569d13b-c804-4960-8544-f97ce438fdc2" providerId="ADAL" clId="{FA7F63F3-4330-57B8-8833-67DE0B668972}" dt="2026-03-18T08:47:33.414" v="1064" actId="403"/>
          <ac:spMkLst>
            <pc:docMk/>
            <pc:sldMk cId="3597164330" sldId="295"/>
            <ac:spMk id="5" creationId="{6410E2C2-22F3-DEAB-8124-7CEE96F9B3F3}"/>
          </ac:spMkLst>
        </pc:spChg>
        <pc:spChg chg="del">
          <ac:chgData name="Gil Palacios, Luis" userId="e569d13b-c804-4960-8544-f97ce438fdc2" providerId="ADAL" clId="{FA7F63F3-4330-57B8-8833-67DE0B668972}" dt="2026-03-18T08:47:06.276" v="1057" actId="478"/>
          <ac:spMkLst>
            <pc:docMk/>
            <pc:sldMk cId="3597164330" sldId="295"/>
            <ac:spMk id="6" creationId="{C3021BBA-8180-96A6-67B3-A573FFB1538D}"/>
          </ac:spMkLst>
        </pc:spChg>
        <pc:spChg chg="del">
          <ac:chgData name="Gil Palacios, Luis" userId="e569d13b-c804-4960-8544-f97ce438fdc2" providerId="ADAL" clId="{FA7F63F3-4330-57B8-8833-67DE0B668972}" dt="2026-03-18T08:46:55.723" v="1052" actId="478"/>
          <ac:spMkLst>
            <pc:docMk/>
            <pc:sldMk cId="3597164330" sldId="295"/>
            <ac:spMk id="7" creationId="{67BBC84F-1F4F-B95E-AD0F-EA9A688ECF1F}"/>
          </ac:spMkLst>
        </pc:spChg>
        <pc:spChg chg="del">
          <ac:chgData name="Gil Palacios, Luis" userId="e569d13b-c804-4960-8544-f97ce438fdc2" providerId="ADAL" clId="{FA7F63F3-4330-57B8-8833-67DE0B668972}" dt="2026-03-18T08:47:06.276" v="1057" actId="478"/>
          <ac:spMkLst>
            <pc:docMk/>
            <pc:sldMk cId="3597164330" sldId="295"/>
            <ac:spMk id="9" creationId="{482D59BC-A9A7-8DBE-1042-43D012E328F2}"/>
          </ac:spMkLst>
        </pc:spChg>
        <pc:spChg chg="mod">
          <ac:chgData name="Gil Palacios, Luis" userId="e569d13b-c804-4960-8544-f97ce438fdc2" providerId="ADAL" clId="{FA7F63F3-4330-57B8-8833-67DE0B668972}" dt="2026-03-18T08:46:46.328" v="1050"/>
          <ac:spMkLst>
            <pc:docMk/>
            <pc:sldMk cId="3597164330" sldId="295"/>
            <ac:spMk id="97" creationId="{A4A33040-DF23-F82F-CFAB-72E5594205DA}"/>
          </ac:spMkLst>
        </pc:spChg>
      </pc:sldChg>
      <pc:sldChg chg="modSp add mod">
        <pc:chgData name="Gil Palacios, Luis" userId="e569d13b-c804-4960-8544-f97ce438fdc2" providerId="ADAL" clId="{FA7F63F3-4330-57B8-8833-67DE0B668972}" dt="2026-03-18T08:48:30.494" v="1116" actId="403"/>
        <pc:sldMkLst>
          <pc:docMk/>
          <pc:sldMk cId="2148629909" sldId="296"/>
        </pc:sldMkLst>
        <pc:spChg chg="mod">
          <ac:chgData name="Gil Palacios, Luis" userId="e569d13b-c804-4960-8544-f97ce438fdc2" providerId="ADAL" clId="{FA7F63F3-4330-57B8-8833-67DE0B668972}" dt="2026-03-18T08:48:30.494" v="1116" actId="403"/>
          <ac:spMkLst>
            <pc:docMk/>
            <pc:sldMk cId="2148629909" sldId="296"/>
            <ac:spMk id="5" creationId="{9B8E2B6C-CF44-4296-272E-B776D39F10CF}"/>
          </ac:spMkLst>
        </pc:spChg>
        <pc:spChg chg="mod">
          <ac:chgData name="Gil Palacios, Luis" userId="e569d13b-c804-4960-8544-f97ce438fdc2" providerId="ADAL" clId="{FA7F63F3-4330-57B8-8833-67DE0B668972}" dt="2026-03-18T08:48:07.893" v="1108" actId="14100"/>
          <ac:spMkLst>
            <pc:docMk/>
            <pc:sldMk cId="2148629909" sldId="296"/>
            <ac:spMk id="97" creationId="{635FB2D7-02E4-2CFD-B90D-2F4CC0C07592}"/>
          </ac:spMkLst>
        </pc:spChg>
      </pc:sldChg>
      <pc:sldChg chg="addSp delSp modSp add mod">
        <pc:chgData name="Gil Palacios, Luis" userId="e569d13b-c804-4960-8544-f97ce438fdc2" providerId="ADAL" clId="{FA7F63F3-4330-57B8-8833-67DE0B668972}" dt="2026-03-18T08:50:46.817" v="1158" actId="1076"/>
        <pc:sldMkLst>
          <pc:docMk/>
          <pc:sldMk cId="2139402879" sldId="297"/>
        </pc:sldMkLst>
        <pc:spChg chg="del">
          <ac:chgData name="Gil Palacios, Luis" userId="e569d13b-c804-4960-8544-f97ce438fdc2" providerId="ADAL" clId="{FA7F63F3-4330-57B8-8833-67DE0B668972}" dt="2026-03-18T08:49:05.346" v="1125" actId="478"/>
          <ac:spMkLst>
            <pc:docMk/>
            <pc:sldMk cId="2139402879" sldId="297"/>
            <ac:spMk id="3" creationId="{3A0CE39C-27B7-A393-CBD4-F9F995F9AD6F}"/>
          </ac:spMkLst>
        </pc:spChg>
        <pc:spChg chg="del">
          <ac:chgData name="Gil Palacios, Luis" userId="e569d13b-c804-4960-8544-f97ce438fdc2" providerId="ADAL" clId="{FA7F63F3-4330-57B8-8833-67DE0B668972}" dt="2026-03-18T08:49:05.346" v="1125" actId="478"/>
          <ac:spMkLst>
            <pc:docMk/>
            <pc:sldMk cId="2139402879" sldId="297"/>
            <ac:spMk id="4" creationId="{B93D3314-1770-7E95-D51B-0BF178D1FF58}"/>
          </ac:spMkLst>
        </pc:spChg>
        <pc:spChg chg="add mod">
          <ac:chgData name="Gil Palacios, Luis" userId="e569d13b-c804-4960-8544-f97ce438fdc2" providerId="ADAL" clId="{FA7F63F3-4330-57B8-8833-67DE0B668972}" dt="2026-03-18T08:49:14.812" v="1127" actId="1076"/>
          <ac:spMkLst>
            <pc:docMk/>
            <pc:sldMk cId="2139402879" sldId="297"/>
            <ac:spMk id="5" creationId="{56494C3F-9ACE-21EE-FBEC-192195B40B19}"/>
          </ac:spMkLst>
        </pc:spChg>
        <pc:spChg chg="del">
          <ac:chgData name="Gil Palacios, Luis" userId="e569d13b-c804-4960-8544-f97ce438fdc2" providerId="ADAL" clId="{FA7F63F3-4330-57B8-8833-67DE0B668972}" dt="2026-03-18T08:49:05.346" v="1125" actId="478"/>
          <ac:spMkLst>
            <pc:docMk/>
            <pc:sldMk cId="2139402879" sldId="297"/>
            <ac:spMk id="6" creationId="{F3AD3B5D-9210-8BFB-AFF3-B257842CA6A4}"/>
          </ac:spMkLst>
        </pc:spChg>
        <pc:spChg chg="del">
          <ac:chgData name="Gil Palacios, Luis" userId="e569d13b-c804-4960-8544-f97ce438fdc2" providerId="ADAL" clId="{FA7F63F3-4330-57B8-8833-67DE0B668972}" dt="2026-03-18T08:49:05.346" v="1125" actId="478"/>
          <ac:spMkLst>
            <pc:docMk/>
            <pc:sldMk cId="2139402879" sldId="297"/>
            <ac:spMk id="7" creationId="{9859EE9B-FBB1-F3CF-3992-2BA23A015AFA}"/>
          </ac:spMkLst>
        </pc:spChg>
        <pc:spChg chg="del">
          <ac:chgData name="Gil Palacios, Luis" userId="e569d13b-c804-4960-8544-f97ce438fdc2" providerId="ADAL" clId="{FA7F63F3-4330-57B8-8833-67DE0B668972}" dt="2026-03-18T08:49:05.346" v="1125" actId="478"/>
          <ac:spMkLst>
            <pc:docMk/>
            <pc:sldMk cId="2139402879" sldId="297"/>
            <ac:spMk id="9" creationId="{84DC89E2-5390-AE73-6841-7B4DC33E5FF3}"/>
          </ac:spMkLst>
        </pc:spChg>
        <pc:spChg chg="add mod">
          <ac:chgData name="Gil Palacios, Luis" userId="e569d13b-c804-4960-8544-f97ce438fdc2" providerId="ADAL" clId="{FA7F63F3-4330-57B8-8833-67DE0B668972}" dt="2026-03-18T08:50:46.817" v="1158" actId="1076"/>
          <ac:spMkLst>
            <pc:docMk/>
            <pc:sldMk cId="2139402879" sldId="297"/>
            <ac:spMk id="10" creationId="{AC249107-CDBB-20FA-073B-B30B257F6BB7}"/>
          </ac:spMkLst>
        </pc:spChg>
        <pc:spChg chg="add mod">
          <ac:chgData name="Gil Palacios, Luis" userId="e569d13b-c804-4960-8544-f97ce438fdc2" providerId="ADAL" clId="{FA7F63F3-4330-57B8-8833-67DE0B668972}" dt="2026-03-18T08:50:42.058" v="1157" actId="1076"/>
          <ac:spMkLst>
            <pc:docMk/>
            <pc:sldMk cId="2139402879" sldId="297"/>
            <ac:spMk id="12" creationId="{A5BB3104-BC14-3ECC-5DCF-205CE3056873}"/>
          </ac:spMkLst>
        </pc:spChg>
        <pc:spChg chg="mod">
          <ac:chgData name="Gil Palacios, Luis" userId="e569d13b-c804-4960-8544-f97ce438fdc2" providerId="ADAL" clId="{FA7F63F3-4330-57B8-8833-67DE0B668972}" dt="2026-03-18T08:49:02.815" v="1124" actId="20577"/>
          <ac:spMkLst>
            <pc:docMk/>
            <pc:sldMk cId="2139402879" sldId="297"/>
            <ac:spMk id="97" creationId="{D2B99ECF-14DC-C9BD-AEEB-61FA938D997F}"/>
          </ac:spMkLst>
        </pc:spChg>
      </pc:sldChg>
      <pc:sldChg chg="addSp delSp modSp add mod">
        <pc:chgData name="Gil Palacios, Luis" userId="e569d13b-c804-4960-8544-f97ce438fdc2" providerId="ADAL" clId="{FA7F63F3-4330-57B8-8833-67DE0B668972}" dt="2026-03-18T08:53:39.086" v="1191" actId="20577"/>
        <pc:sldMkLst>
          <pc:docMk/>
          <pc:sldMk cId="4012241691" sldId="298"/>
        </pc:sldMkLst>
        <pc:spChg chg="add mod">
          <ac:chgData name="Gil Palacios, Luis" userId="e569d13b-c804-4960-8544-f97ce438fdc2" providerId="ADAL" clId="{FA7F63F3-4330-57B8-8833-67DE0B668972}" dt="2026-03-18T08:53:39.086" v="1191" actId="20577"/>
          <ac:spMkLst>
            <pc:docMk/>
            <pc:sldMk cId="4012241691" sldId="298"/>
            <ac:spMk id="3" creationId="{38B6EBAE-1435-0540-AE68-8A6CF346E3FF}"/>
          </ac:spMkLst>
        </pc:spChg>
        <pc:spChg chg="del">
          <ac:chgData name="Gil Palacios, Luis" userId="e569d13b-c804-4960-8544-f97ce438fdc2" providerId="ADAL" clId="{FA7F63F3-4330-57B8-8833-67DE0B668972}" dt="2026-03-18T08:51:36.437" v="1164" actId="478"/>
          <ac:spMkLst>
            <pc:docMk/>
            <pc:sldMk cId="4012241691" sldId="298"/>
            <ac:spMk id="5" creationId="{818A02F0-D3E7-22E5-7E89-72F5A5C0E227}"/>
          </ac:spMkLst>
        </pc:spChg>
        <pc:spChg chg="del mod">
          <ac:chgData name="Gil Palacios, Luis" userId="e569d13b-c804-4960-8544-f97ce438fdc2" providerId="ADAL" clId="{FA7F63F3-4330-57B8-8833-67DE0B668972}" dt="2026-03-18T08:51:32.070" v="1163"/>
          <ac:spMkLst>
            <pc:docMk/>
            <pc:sldMk cId="4012241691" sldId="298"/>
            <ac:spMk id="10" creationId="{8047E769-B317-516C-907A-01DD7889FC4C}"/>
          </ac:spMkLst>
        </pc:spChg>
        <pc:spChg chg="del">
          <ac:chgData name="Gil Palacios, Luis" userId="e569d13b-c804-4960-8544-f97ce438fdc2" providerId="ADAL" clId="{FA7F63F3-4330-57B8-8833-67DE0B668972}" dt="2026-03-18T08:51:31.365" v="1161" actId="478"/>
          <ac:spMkLst>
            <pc:docMk/>
            <pc:sldMk cId="4012241691" sldId="298"/>
            <ac:spMk id="12" creationId="{6B331904-0FBF-3140-37D1-40621E8A6B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s-E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ES" sz="2000" b="0" strike="noStrike" spc="-1">
                <a:latin typeface="Calibri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ES" sz="1400" b="0" strike="noStrike" spc="-1">
                <a:latin typeface="Calibri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lang="es-ES" sz="1400" b="0" strike="noStrike" spc="-1">
                <a:latin typeface="Calibri"/>
              </a:defRPr>
            </a:lvl1pPr>
          </a:lstStyle>
          <a:p>
            <a:pPr algn="r"/>
            <a:r>
              <a:rPr lang="es-ES" sz="1400" b="0" strike="noStrike" spc="-1">
                <a:latin typeface="Calibri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es-ES" sz="1400" b="0" strike="noStrike" spc="-1">
                <a:latin typeface="Calibri"/>
              </a:defRPr>
            </a:lvl1pPr>
          </a:lstStyle>
          <a:p>
            <a:r>
              <a:rPr lang="es-ES" sz="1400" b="0" strike="noStrike" spc="-1">
                <a:latin typeface="Calibri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lang="es-ES" sz="1400" b="0" strike="noStrike" spc="-1">
                <a:latin typeface="Calibri"/>
              </a:defRPr>
            </a:lvl1pPr>
          </a:lstStyle>
          <a:p>
            <a:pPr algn="r"/>
            <a:fld id="{327110AC-A2C0-43D6-9D93-9E1F4C33A094}" type="slidenum">
              <a:rPr lang="es-ES" sz="1400" b="0" strike="noStrike" spc="-1">
                <a:latin typeface="Calibri"/>
              </a:rPr>
              <a:t>‹Nº›</a:t>
            </a:fld>
            <a:endParaRPr lang="es-ES" sz="14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C24C343-B187-4FBB-AD13-90DB1D0E48F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0B27575-3F6D-4F76-A530-96BA4B355EAA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87BBA90-9CF0-4C06-99ED-7DDF28447EDA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10A85CA-E121-4EDF-9D5F-2B483792D4C0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05B8415-F31F-46F8-901D-7D316B0E6893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ED56687-B8B7-479F-B0F9-75C566B14DC8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E085D25-5B83-4495-A725-77C20494EBFF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7A1E793-9C30-462D-A71A-66DC4D6274E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1155E87-5434-4486-9284-38A296C15357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7F11335-0DE8-4D25-8879-7FA0367A16A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A8AA643-AE07-4655-9103-7882EF5098CB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4019155-1A67-4CC2-8999-1D0EE948EC9C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E22BF2-0D18-4F13-8CE4-31A5CF98C4A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74DC752-8551-46E3-B747-19DC2B8A78E3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3F64E4B-65A8-4F46-9E7F-C41CF7E4A742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DBDDC6E-BE67-4444-9EFE-493A6C43DC9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FD0FF1-31C9-4443-B949-A2F75EEC9117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FDEAD69-A5EE-4C2D-BD95-095F125FDD33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AD00ED4-EB02-4645-9050-ABF58039504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AA91D4D-EF8E-4BB0-89AE-8D7B981A254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40F18BB-7149-4513-ADF5-7F1DC7D75BD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FF8ADB2-6FD1-4AD0-8989-5826F4CE2754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BD4881C-268C-4796-96DD-5E0FB1C2CF61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2800" b="0" strike="noStrike" spc="-1">
              <a:solidFill>
                <a:srgbClr val="203864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BC015B8-D266-44CD-A664-2673CB8E9964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ES" sz="6000" b="0" strike="noStrike" spc="-1">
                <a:solidFill>
                  <a:srgbClr val="203864"/>
                </a:solidFill>
                <a:latin typeface="Arial"/>
              </a:rPr>
              <a:t>Haga clic para modificar el estilo de título del patrón</a:t>
            </a:r>
            <a:endParaRPr lang="es-E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lang="es-ES" sz="1200" b="0" strike="noStrike" spc="-1">
                <a:solidFill>
                  <a:srgbClr val="203864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0" strike="noStrike" spc="-1">
                <a:solidFill>
                  <a:srgbClr val="203864"/>
                </a:solidFill>
                <a:latin typeface="Arial"/>
              </a:rPr>
              <a:t>&lt;date/time&gt;</a:t>
            </a:r>
            <a:endParaRPr lang="es-ES" sz="1200" b="0" strike="noStrike" spc="-1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es-ES" sz="1400" b="0" strike="noStrike" spc="-1">
                <a:latin typeface="Calibri"/>
              </a:defRPr>
            </a:lvl1pPr>
          </a:lstStyle>
          <a:p>
            <a:pPr algn="ctr"/>
            <a:r>
              <a:rPr lang="es-ES" sz="1400" b="0" strike="noStrike" spc="-1">
                <a:latin typeface="Calibri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s-ES" sz="1200" b="0" strike="noStrike" spc="-1">
                <a:solidFill>
                  <a:srgbClr val="203864"/>
                </a:solidFill>
                <a:latin typeface="Arial"/>
              </a:defRPr>
            </a:lvl1pPr>
          </a:lstStyle>
          <a:p>
            <a:pPr algn="r">
              <a:lnSpc>
                <a:spcPct val="100000"/>
              </a:lnSpc>
            </a:pPr>
            <a:fld id="{FF86F7BB-9522-4554-B197-773C79E92632}" type="slidenum">
              <a:rPr lang="es-ES" sz="1200" b="0" strike="noStrike" spc="-1">
                <a:solidFill>
                  <a:srgbClr val="203864"/>
                </a:solidFill>
                <a:latin typeface="Arial"/>
              </a:rPr>
              <a:t>‹Nº›</a:t>
            </a:fld>
            <a:endParaRPr lang="es-ES" sz="1200" b="0" strike="noStrike" spc="-1"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rgbClr val="203864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solidFill>
                  <a:srgbClr val="203864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rgbClr val="203864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rgbClr val="203864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203864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203864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203864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s-ES" sz="4400" b="0" strike="noStrike" spc="-1">
                <a:solidFill>
                  <a:srgbClr val="203864"/>
                </a:solidFill>
                <a:latin typeface="Arial"/>
              </a:rPr>
              <a:t>Haga clic para modificar el estilo de título del patrón</a:t>
            </a:r>
            <a:endParaRPr lang="es-E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Arial"/>
              <a:buChar char="•"/>
            </a:pPr>
            <a:r>
              <a:rPr lang="es-ES" sz="2800" b="0" strike="noStrike" spc="-1">
                <a:solidFill>
                  <a:srgbClr val="203864"/>
                </a:solidFill>
                <a:latin typeface="Arial"/>
              </a:rPr>
              <a:t>Haga clic para modificar los estilos de texto del patrón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203864"/>
              </a:buClr>
              <a:buFont typeface="Arial"/>
              <a:buChar char="•"/>
            </a:pPr>
            <a:r>
              <a:rPr lang="es-ES" sz="2400" b="0" strike="noStrike" spc="-1">
                <a:solidFill>
                  <a:srgbClr val="203864"/>
                </a:solidFill>
                <a:latin typeface="Arial"/>
              </a:rPr>
              <a:t>Segundo nivel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203864"/>
              </a:buClr>
              <a:buFont typeface="Arial"/>
              <a:buChar char="•"/>
            </a:pPr>
            <a:r>
              <a:rPr lang="es-ES" sz="2000" b="0" strike="noStrike" spc="-1">
                <a:solidFill>
                  <a:srgbClr val="203864"/>
                </a:solidFill>
                <a:latin typeface="Arial"/>
              </a:rPr>
              <a:t>Tercer nivel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203864"/>
              </a:buClr>
              <a:buFont typeface="Arial"/>
              <a:buChar char="•"/>
            </a:pPr>
            <a:r>
              <a:rPr lang="es-ES" sz="1800" b="0" strike="noStrike" spc="-1">
                <a:solidFill>
                  <a:srgbClr val="203864"/>
                </a:solidFill>
                <a:latin typeface="Arial"/>
              </a:rPr>
              <a:t>Cuarto nivel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203864"/>
              </a:buClr>
              <a:buFont typeface="Arial"/>
              <a:buChar char="•"/>
            </a:pPr>
            <a:r>
              <a:rPr lang="es-ES" sz="1800" b="0" strike="noStrike" spc="-1">
                <a:solidFill>
                  <a:srgbClr val="203864"/>
                </a:solidFill>
                <a:latin typeface="Arial"/>
              </a:rPr>
              <a:t>Quinto nivel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lang="es-ES" sz="1200" b="0" strike="noStrike" spc="-1">
                <a:solidFill>
                  <a:srgbClr val="203864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0" strike="noStrike" spc="-1">
                <a:solidFill>
                  <a:srgbClr val="203864"/>
                </a:solidFill>
                <a:latin typeface="Arial"/>
              </a:rPr>
              <a:t>&lt;date/time&gt;</a:t>
            </a:r>
            <a:endParaRPr lang="es-ES" sz="1200" b="0" strike="noStrike" spc="-1"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es-ES" sz="1400" b="0" strike="noStrike" spc="-1">
                <a:latin typeface="Calibri"/>
              </a:defRPr>
            </a:lvl1pPr>
          </a:lstStyle>
          <a:p>
            <a:pPr algn="ctr"/>
            <a:r>
              <a:rPr lang="es-ES" sz="1400" b="0" strike="noStrike" spc="-1">
                <a:latin typeface="Calibri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s-ES" sz="1200" b="0" strike="noStrike" spc="-1">
                <a:solidFill>
                  <a:srgbClr val="203864"/>
                </a:solidFill>
                <a:latin typeface="Arial"/>
              </a:defRPr>
            </a:lvl1pPr>
          </a:lstStyle>
          <a:p>
            <a:pPr algn="r">
              <a:lnSpc>
                <a:spcPct val="100000"/>
              </a:lnSpc>
            </a:pPr>
            <a:fld id="{CF5E6F04-8D1A-4877-84B5-3A67E5EC977E}" type="slidenum">
              <a:rPr lang="es-ES" sz="1200" b="0" strike="noStrike" spc="-1">
                <a:solidFill>
                  <a:srgbClr val="203864"/>
                </a:solidFill>
                <a:latin typeface="Arial"/>
              </a:rPr>
              <a:t>‹Nº›</a:t>
            </a:fld>
            <a:endParaRPr lang="es-ES" sz="12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adroTexto 3"/>
          <p:cNvSpPr/>
          <p:nvPr/>
        </p:nvSpPr>
        <p:spPr>
          <a:xfrm>
            <a:off x="718920" y="5071320"/>
            <a:ext cx="10297800" cy="57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3200" b="1" strike="noStrike" spc="-1">
                <a:solidFill>
                  <a:srgbClr val="203864"/>
                </a:solidFill>
                <a:latin typeface="Arial"/>
              </a:rPr>
              <a:t>Programación de servicios y procesos</a:t>
            </a:r>
            <a:endParaRPr lang="es-ES" sz="3200" b="0" strike="noStrike" spc="-1">
              <a:latin typeface="Calibri"/>
            </a:endParaRPr>
          </a:p>
        </p:txBody>
      </p:sp>
      <p:sp>
        <p:nvSpPr>
          <p:cNvPr id="89" name="CuadroTexto 4"/>
          <p:cNvSpPr/>
          <p:nvPr/>
        </p:nvSpPr>
        <p:spPr>
          <a:xfrm>
            <a:off x="701280" y="5655960"/>
            <a:ext cx="1029780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>
                <a:solidFill>
                  <a:srgbClr val="2F5597"/>
                </a:solidFill>
                <a:latin typeface="Arial"/>
              </a:rPr>
              <a:t>2º Desarrollo de Aplicaciones Multiplataforma</a:t>
            </a:r>
            <a:endParaRPr lang="es-ES" sz="2000" b="0" strike="noStrike" spc="-1">
              <a:latin typeface="Calibri"/>
            </a:endParaRPr>
          </a:p>
        </p:txBody>
      </p:sp>
      <p:sp>
        <p:nvSpPr>
          <p:cNvPr id="90" name="CuadroTexto 5"/>
          <p:cNvSpPr/>
          <p:nvPr/>
        </p:nvSpPr>
        <p:spPr>
          <a:xfrm>
            <a:off x="718920" y="1215720"/>
            <a:ext cx="112014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91" name="Conector recto de flecha 7"/>
          <p:cNvSpPr/>
          <p:nvPr/>
        </p:nvSpPr>
        <p:spPr>
          <a:xfrm>
            <a:off x="541440" y="650160"/>
            <a:ext cx="360" cy="2207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onector recto de flecha 8"/>
          <p:cNvSpPr/>
          <p:nvPr/>
        </p:nvSpPr>
        <p:spPr>
          <a:xfrm>
            <a:off x="392040" y="372960"/>
            <a:ext cx="360" cy="2805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Conector recto de flecha 9"/>
          <p:cNvSpPr/>
          <p:nvPr/>
        </p:nvSpPr>
        <p:spPr>
          <a:xfrm>
            <a:off x="162720" y="0"/>
            <a:ext cx="360" cy="6857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Conector recto de flecha 18"/>
          <p:cNvSpPr/>
          <p:nvPr/>
        </p:nvSpPr>
        <p:spPr>
          <a:xfrm flipH="1">
            <a:off x="162000" y="5655960"/>
            <a:ext cx="56962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/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/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/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¿Qué es un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stream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?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98" name="CuadroTexto 1"/>
          <p:cNvSpPr/>
          <p:nvPr/>
        </p:nvSpPr>
        <p:spPr>
          <a:xfrm>
            <a:off x="416880" y="1342440"/>
            <a:ext cx="1152036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r>
              <a:rPr lang="es-ES" sz="2000" dirty="0"/>
              <a:t>Un </a:t>
            </a:r>
            <a:r>
              <a:rPr lang="es-ES" sz="2000" b="1" dirty="0" err="1"/>
              <a:t>stream</a:t>
            </a:r>
            <a:r>
              <a:rPr lang="es-ES" sz="2000" dirty="0"/>
              <a:t> es un flujo de datos que permite </a:t>
            </a:r>
            <a:r>
              <a:rPr lang="es-ES" sz="2000" b="1" dirty="0"/>
              <a:t>leer o escribir información de forma secuencial</a:t>
            </a:r>
            <a:r>
              <a:rPr lang="es-ES" sz="2000" dirty="0"/>
              <a:t>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F948A56-05A7-AFFB-4FE3-0C3B037EA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632055"/>
              </p:ext>
            </p:extLst>
          </p:nvPr>
        </p:nvGraphicFramePr>
        <p:xfrm>
          <a:off x="416880" y="3795554"/>
          <a:ext cx="11218860" cy="1599538"/>
        </p:xfrm>
        <a:graphic>
          <a:graphicData uri="http://schemas.openxmlformats.org/drawingml/2006/table">
            <a:tbl>
              <a:tblPr/>
              <a:tblGrid>
                <a:gridCol w="3739620">
                  <a:extLst>
                    <a:ext uri="{9D8B030D-6E8A-4147-A177-3AD203B41FA5}">
                      <a16:colId xmlns:a16="http://schemas.microsoft.com/office/drawing/2014/main" val="766791437"/>
                    </a:ext>
                  </a:extLst>
                </a:gridCol>
                <a:gridCol w="3739620">
                  <a:extLst>
                    <a:ext uri="{9D8B030D-6E8A-4147-A177-3AD203B41FA5}">
                      <a16:colId xmlns:a16="http://schemas.microsoft.com/office/drawing/2014/main" val="2694622942"/>
                    </a:ext>
                  </a:extLst>
                </a:gridCol>
                <a:gridCol w="3739620">
                  <a:extLst>
                    <a:ext uri="{9D8B030D-6E8A-4147-A177-3AD203B41FA5}">
                      <a16:colId xmlns:a16="http://schemas.microsoft.com/office/drawing/2014/main" val="3668587617"/>
                    </a:ext>
                  </a:extLst>
                </a:gridCol>
              </a:tblGrid>
              <a:tr h="258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Función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Ejemplos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6942"/>
                  </a:ext>
                </a:extLst>
              </a:tr>
              <a:tr h="64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InputStream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Leer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FileInputStream, BufferedInputStream, DataInputStream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216225"/>
                  </a:ext>
                </a:extLst>
              </a:tr>
              <a:tr h="64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OutputStream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Escribir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dirty="0" err="1"/>
                        <a:t>FileOutputStream</a:t>
                      </a:r>
                      <a:r>
                        <a:rPr lang="es-ES" sz="1400" dirty="0"/>
                        <a:t>, </a:t>
                      </a:r>
                      <a:r>
                        <a:rPr lang="es-ES" sz="1400" dirty="0" err="1"/>
                        <a:t>BufferedOutputStream</a:t>
                      </a:r>
                      <a:r>
                        <a:rPr lang="es-ES" sz="1400" dirty="0"/>
                        <a:t>, </a:t>
                      </a:r>
                      <a:r>
                        <a:rPr lang="es-ES" sz="1400" dirty="0" err="1"/>
                        <a:t>DataOutputStream</a:t>
                      </a:r>
                      <a:endParaRPr lang="es-E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403631"/>
                  </a:ext>
                </a:extLst>
              </a:tr>
            </a:tbl>
          </a:graphicData>
        </a:graphic>
      </p:graphicFrame>
      <p:sp>
        <p:nvSpPr>
          <p:cNvPr id="5" name="CuadroTexto 8">
            <a:extLst>
              <a:ext uri="{FF2B5EF4-FFF2-40B4-BE49-F238E27FC236}">
                <a16:creationId xmlns:a16="http://schemas.microsoft.com/office/drawing/2014/main" id="{5EE8DCB0-3E4C-7CC5-5F8F-4A114DFB1090}"/>
              </a:ext>
            </a:extLst>
          </p:cNvPr>
          <p:cNvSpPr/>
          <p:nvPr/>
        </p:nvSpPr>
        <p:spPr>
          <a:xfrm>
            <a:off x="290880" y="2874899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Tipos de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streams</a:t>
            </a:r>
            <a:endParaRPr lang="es-ES" sz="4000" b="0" strike="noStrike" spc="-1" dirty="0"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48B0-AE5D-5F48-BFDB-11AA0EBD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7E21D4B7-1B8B-F60F-68A9-527355B6DD21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96088D9C-1899-D20C-4653-F2FEA19CE1D1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CF2B4A7B-4470-4675-4587-8ED10FF6D8B8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¿Qué es un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stream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?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98" name="CuadroTexto 1">
            <a:extLst>
              <a:ext uri="{FF2B5EF4-FFF2-40B4-BE49-F238E27FC236}">
                <a16:creationId xmlns:a16="http://schemas.microsoft.com/office/drawing/2014/main" id="{DB7DE269-0FB2-F46E-E2C6-06DDD5C2F71F}"/>
              </a:ext>
            </a:extLst>
          </p:cNvPr>
          <p:cNvSpPr/>
          <p:nvPr/>
        </p:nvSpPr>
        <p:spPr>
          <a:xfrm>
            <a:off x="416880" y="1342440"/>
            <a:ext cx="1152036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r>
              <a:rPr lang="es-ES" sz="2000" dirty="0"/>
              <a:t>Un </a:t>
            </a:r>
            <a:r>
              <a:rPr lang="es-ES" sz="2000" b="1" dirty="0" err="1"/>
              <a:t>stream</a:t>
            </a:r>
            <a:r>
              <a:rPr lang="es-ES" sz="2000" dirty="0"/>
              <a:t> es un flujo de datos que permite </a:t>
            </a:r>
            <a:r>
              <a:rPr lang="es-ES" sz="2000" b="1" dirty="0"/>
              <a:t>leer o escribir información de forma secuencial</a:t>
            </a:r>
            <a:r>
              <a:rPr lang="es-ES" sz="2000" dirty="0"/>
              <a:t>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1580859-6782-A1D1-2C55-7A0423462636}"/>
              </a:ext>
            </a:extLst>
          </p:cNvPr>
          <p:cNvGraphicFramePr>
            <a:graphicFrameLocks noGrp="1"/>
          </p:cNvGraphicFramePr>
          <p:nvPr/>
        </p:nvGraphicFramePr>
        <p:xfrm>
          <a:off x="416880" y="3795554"/>
          <a:ext cx="11218860" cy="1599538"/>
        </p:xfrm>
        <a:graphic>
          <a:graphicData uri="http://schemas.openxmlformats.org/drawingml/2006/table">
            <a:tbl>
              <a:tblPr/>
              <a:tblGrid>
                <a:gridCol w="3739620">
                  <a:extLst>
                    <a:ext uri="{9D8B030D-6E8A-4147-A177-3AD203B41FA5}">
                      <a16:colId xmlns:a16="http://schemas.microsoft.com/office/drawing/2014/main" val="766791437"/>
                    </a:ext>
                  </a:extLst>
                </a:gridCol>
                <a:gridCol w="3739620">
                  <a:extLst>
                    <a:ext uri="{9D8B030D-6E8A-4147-A177-3AD203B41FA5}">
                      <a16:colId xmlns:a16="http://schemas.microsoft.com/office/drawing/2014/main" val="2694622942"/>
                    </a:ext>
                  </a:extLst>
                </a:gridCol>
                <a:gridCol w="3739620">
                  <a:extLst>
                    <a:ext uri="{9D8B030D-6E8A-4147-A177-3AD203B41FA5}">
                      <a16:colId xmlns:a16="http://schemas.microsoft.com/office/drawing/2014/main" val="3668587617"/>
                    </a:ext>
                  </a:extLst>
                </a:gridCol>
              </a:tblGrid>
              <a:tr h="258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Función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Ejemplos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6942"/>
                  </a:ext>
                </a:extLst>
              </a:tr>
              <a:tr h="64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InputStream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Leer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FileInputStream, BufferedInputStream, DataInputStream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216225"/>
                  </a:ext>
                </a:extLst>
              </a:tr>
              <a:tr h="64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OutputStream</a:t>
                      </a:r>
                      <a:endParaRPr lang="es-E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Escribir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dirty="0" err="1"/>
                        <a:t>FileOutputStream</a:t>
                      </a:r>
                      <a:r>
                        <a:rPr lang="es-ES" sz="1400" dirty="0"/>
                        <a:t>, </a:t>
                      </a:r>
                      <a:r>
                        <a:rPr lang="es-ES" sz="1400" dirty="0" err="1"/>
                        <a:t>BufferedOutputStream</a:t>
                      </a:r>
                      <a:r>
                        <a:rPr lang="es-ES" sz="1400" dirty="0"/>
                        <a:t>, </a:t>
                      </a:r>
                      <a:r>
                        <a:rPr lang="es-ES" sz="1400" dirty="0" err="1"/>
                        <a:t>DataOutputStream</a:t>
                      </a:r>
                      <a:endParaRPr lang="es-E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403631"/>
                  </a:ext>
                </a:extLst>
              </a:tr>
            </a:tbl>
          </a:graphicData>
        </a:graphic>
      </p:graphicFrame>
      <p:sp>
        <p:nvSpPr>
          <p:cNvPr id="5" name="CuadroTexto 8">
            <a:extLst>
              <a:ext uri="{FF2B5EF4-FFF2-40B4-BE49-F238E27FC236}">
                <a16:creationId xmlns:a16="http://schemas.microsoft.com/office/drawing/2014/main" id="{07B3FF9A-820F-4864-2D6A-FB78DF1A62E5}"/>
              </a:ext>
            </a:extLst>
          </p:cNvPr>
          <p:cNvSpPr/>
          <p:nvPr/>
        </p:nvSpPr>
        <p:spPr>
          <a:xfrm>
            <a:off x="290880" y="2874899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Tipos de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streams</a:t>
            </a:r>
            <a:endParaRPr lang="es-ES" sz="4000" b="0" strike="noStrike" spc="-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168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7814-51E2-F679-4031-6B4D6B4A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84EA6F54-F200-2437-7355-86D41F62546B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1E32D511-62E6-61CD-9C42-CBD72F4BC44C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39F12CF5-013D-CC1B-85A6-979DED2AAC82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Tipos de flujos de datos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92E60C-DDB2-F9A7-DAE7-F8193BF4B4BA}"/>
              </a:ext>
            </a:extLst>
          </p:cNvPr>
          <p:cNvSpPr txBox="1"/>
          <p:nvPr/>
        </p:nvSpPr>
        <p:spPr>
          <a:xfrm>
            <a:off x="290880" y="1254532"/>
            <a:ext cx="108648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effectLst/>
                <a:latin typeface="+mj-lt"/>
              </a:rPr>
              <a:t>Flujos de bytes (8 bits o 1 byte)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+mj-lt"/>
              </a:rPr>
              <a:t>Realizan operaciones de entrada/salida de bytes.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+mj-lt"/>
              </a:rPr>
              <a:t>Uso orientado a la lectura/escritura de ficheros binarios.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effectLst/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effectLst/>
                <a:latin typeface="+mj-lt"/>
              </a:rPr>
              <a:t>Flujos de caracteres (16 bits o 2 bytes)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+mj-lt"/>
              </a:rPr>
              <a:t>Realizan operaciones de entrada/salida de caracteres.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+mj-lt"/>
              </a:rPr>
              <a:t>Uso orientado a la lectura/escritura de ficheros de texto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A520264-CD45-2E5F-1BCD-91D099664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318112"/>
              </p:ext>
            </p:extLst>
          </p:nvPr>
        </p:nvGraphicFramePr>
        <p:xfrm>
          <a:off x="465480" y="4013335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270996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95142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Tipo de dato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Streams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838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Datos binarios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InputStream / OutputStream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967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Texto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Reader / </a:t>
                      </a:r>
                      <a:r>
                        <a:rPr lang="es-ES" dirty="0" err="1"/>
                        <a:t>Writer</a:t>
                      </a:r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66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30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7F549-2055-91FF-8920-612E21D3C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9226E6C8-2E37-A11F-E3A3-C9728AAEEEC2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FAA5C8AA-AB7F-7C06-A2F2-7AF436008F18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1E6BDD9E-E51A-0659-079F-6CDF1D0C4797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InputStreams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 -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OutputStreams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382F76-411A-FDBB-66FF-35086FFA22C4}"/>
              </a:ext>
            </a:extLst>
          </p:cNvPr>
          <p:cNvSpPr txBox="1"/>
          <p:nvPr/>
        </p:nvSpPr>
        <p:spPr>
          <a:xfrm>
            <a:off x="455044" y="1861751"/>
            <a:ext cx="5237096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000" dirty="0">
                <a:effectLst/>
              </a:rPr>
              <a:t>Los principales tipos de </a:t>
            </a:r>
            <a:r>
              <a:rPr lang="es-ES" sz="2000" b="1" dirty="0" err="1">
                <a:effectLst/>
              </a:rPr>
              <a:t>InputStreams</a:t>
            </a:r>
            <a:r>
              <a:rPr lang="es-ES" sz="2000" dirty="0">
                <a:effectLst/>
              </a:rPr>
              <a:t> son:</a:t>
            </a:r>
          </a:p>
          <a:p>
            <a:pPr>
              <a:buNone/>
            </a:pPr>
            <a:endParaRPr lang="es-ES" sz="20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 err="1">
                <a:effectLst/>
              </a:rPr>
              <a:t>FileInputStream</a:t>
            </a:r>
            <a:r>
              <a:rPr lang="es-ES" sz="2000" dirty="0">
                <a:effectLst/>
              </a:rPr>
              <a:t>: Permite leer datos desde un archivo.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 err="1">
                <a:effectLst/>
              </a:rPr>
              <a:t>BufferedInputStream</a:t>
            </a:r>
            <a:r>
              <a:rPr lang="es-ES" sz="2000" dirty="0">
                <a:effectLst/>
              </a:rPr>
              <a:t>: Añade un buffer a otro </a:t>
            </a:r>
            <a:r>
              <a:rPr lang="es-ES" sz="2000" b="1" dirty="0" err="1">
                <a:effectLst/>
              </a:rPr>
              <a:t>InputStream</a:t>
            </a:r>
            <a:r>
              <a:rPr lang="es-ES" sz="2000" dirty="0">
                <a:effectLst/>
              </a:rPr>
              <a:t> para mejorar la eficiencia de lectura.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 err="1">
                <a:effectLst/>
              </a:rPr>
              <a:t>DataInputStream</a:t>
            </a:r>
            <a:r>
              <a:rPr lang="es-ES" sz="2000" dirty="0">
                <a:effectLst/>
              </a:rPr>
              <a:t>: Permite leer tipos de datos primitivos de Java desde un </a:t>
            </a:r>
            <a:r>
              <a:rPr lang="es-ES" sz="2000" dirty="0" err="1">
                <a:effectLst/>
              </a:rPr>
              <a:t>InputStream</a:t>
            </a:r>
            <a:r>
              <a:rPr lang="es-ES" sz="2000" dirty="0">
                <a:effectLst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 err="1">
                <a:effectLst/>
              </a:rPr>
              <a:t>ObjectInputStream</a:t>
            </a:r>
            <a:r>
              <a:rPr lang="es-ES" sz="2000" dirty="0">
                <a:effectLst/>
              </a:rPr>
              <a:t>: Permite leer objetos </a:t>
            </a:r>
            <a:r>
              <a:rPr lang="es-ES" sz="2000" dirty="0" err="1">
                <a:effectLst/>
              </a:rPr>
              <a:t>serializables</a:t>
            </a:r>
            <a:r>
              <a:rPr lang="es-ES" sz="2000" dirty="0">
                <a:effectLst/>
              </a:rPr>
              <a:t> de Java desde un </a:t>
            </a:r>
            <a:r>
              <a:rPr lang="es-ES" sz="2000" dirty="0" err="1">
                <a:effectLst/>
              </a:rPr>
              <a:t>InputStream</a:t>
            </a:r>
            <a:r>
              <a:rPr lang="es-ES" sz="2000" dirty="0">
                <a:effectLst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BFCACF-24F9-8001-9804-E044865C2AAD}"/>
              </a:ext>
            </a:extLst>
          </p:cNvPr>
          <p:cNvSpPr txBox="1"/>
          <p:nvPr/>
        </p:nvSpPr>
        <p:spPr>
          <a:xfrm>
            <a:off x="6232664" y="1861751"/>
            <a:ext cx="5563096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>
              <a:buNone/>
              <a:defRPr sz="2000">
                <a:effectLst/>
              </a:defRPr>
            </a:lvl1pPr>
          </a:lstStyle>
          <a:p>
            <a:r>
              <a:rPr lang="es-ES" dirty="0"/>
              <a:t>Los principales tipos de </a:t>
            </a:r>
            <a:r>
              <a:rPr lang="es-ES" b="1" dirty="0" err="1"/>
              <a:t>OutputStreams</a:t>
            </a:r>
            <a:r>
              <a:rPr lang="es-ES" dirty="0"/>
              <a:t> son:</a:t>
            </a:r>
          </a:p>
          <a:p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FileOutputStream</a:t>
            </a:r>
            <a:r>
              <a:rPr lang="es-ES" dirty="0"/>
              <a:t>: Permite escribir datos en un archivo.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BufferedOutputStream</a:t>
            </a:r>
            <a:r>
              <a:rPr lang="es-ES" dirty="0"/>
              <a:t>: Añade un buffer a otro </a:t>
            </a:r>
            <a:r>
              <a:rPr lang="es-ES" dirty="0" err="1"/>
              <a:t>OutputStream</a:t>
            </a:r>
            <a:r>
              <a:rPr lang="es-ES" dirty="0"/>
              <a:t> para mejorar la eficiencia de escritura.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DataOutputStream</a:t>
            </a:r>
            <a:r>
              <a:rPr lang="es-ES" dirty="0"/>
              <a:t>: Permite escribir tipos de datos primitivos de Java en un </a:t>
            </a:r>
            <a:r>
              <a:rPr lang="es-ES" dirty="0" err="1"/>
              <a:t>OutputStream</a:t>
            </a:r>
            <a:r>
              <a:rPr lang="es-E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ObjectOutputStream</a:t>
            </a:r>
            <a:r>
              <a:rPr lang="es-ES" dirty="0"/>
              <a:t>: Permite escribir objetos </a:t>
            </a:r>
            <a:r>
              <a:rPr lang="es-ES" dirty="0" err="1"/>
              <a:t>serializables</a:t>
            </a:r>
            <a:r>
              <a:rPr lang="es-ES" dirty="0"/>
              <a:t> de Java en un </a:t>
            </a:r>
            <a:r>
              <a:rPr lang="es-ES" dirty="0" err="1"/>
              <a:t>OutputStream</a:t>
            </a:r>
            <a:r>
              <a:rPr lang="es-ES" dirty="0"/>
              <a:t>.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02BD53FE-2DCD-4BD1-C178-041BA29206EE}"/>
              </a:ext>
            </a:extLst>
          </p:cNvPr>
          <p:cNvSpPr/>
          <p:nvPr/>
        </p:nvSpPr>
        <p:spPr>
          <a:xfrm>
            <a:off x="416880" y="1342440"/>
            <a:ext cx="1152036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r>
              <a:rPr lang="es-ES" sz="2000" dirty="0"/>
              <a:t>Trabajan con bytes directamente.</a:t>
            </a:r>
          </a:p>
        </p:txBody>
      </p:sp>
    </p:spTree>
    <p:extLst>
      <p:ext uri="{BB962C8B-B14F-4D97-AF65-F5344CB8AC3E}">
        <p14:creationId xmlns:p14="http://schemas.microsoft.com/office/powerpoint/2010/main" val="2022967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4265-8193-851A-1A6A-BACC1C29D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3514446B-CF46-0D55-44AA-21F3F1F093A4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96DD2DD4-9E6E-0649-A98F-8C3D27551047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93F87B34-00CB-AA99-FA1A-8D0D69F90425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Reader -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Writer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327400-93BE-084A-BE67-1219C9D5F87B}"/>
              </a:ext>
            </a:extLst>
          </p:cNvPr>
          <p:cNvSpPr txBox="1"/>
          <p:nvPr/>
        </p:nvSpPr>
        <p:spPr>
          <a:xfrm>
            <a:off x="161674" y="1861751"/>
            <a:ext cx="590003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 err="1">
                <a:effectLst/>
              </a:rPr>
              <a:t>Readers</a:t>
            </a:r>
            <a:r>
              <a:rPr lang="es-ES" sz="2800" b="1" dirty="0">
                <a:effectLst/>
              </a:rPr>
              <a:t> (Lectores de caracteres)</a:t>
            </a:r>
          </a:p>
          <a:p>
            <a:pPr>
              <a:buNone/>
            </a:pPr>
            <a:endParaRPr lang="es-ES" sz="2800" b="1" dirty="0">
              <a:effectLst/>
            </a:endParaRPr>
          </a:p>
          <a:p>
            <a:pPr>
              <a:buNone/>
            </a:pPr>
            <a:r>
              <a:rPr lang="es-ES" sz="2000" dirty="0">
                <a:effectLst/>
              </a:rPr>
              <a:t>Se utilizan para leer caracteres: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 err="1">
                <a:effectLst/>
              </a:rPr>
              <a:t>FileReader</a:t>
            </a:r>
            <a:r>
              <a:rPr lang="es-ES" sz="2000" dirty="0">
                <a:effectLst/>
              </a:rPr>
              <a:t>: Permite leer datos de caracteres desde un archivo.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 err="1">
                <a:effectLst/>
              </a:rPr>
              <a:t>BufferedReader</a:t>
            </a:r>
            <a:r>
              <a:rPr lang="es-ES" sz="2000" dirty="0">
                <a:effectLst/>
              </a:rPr>
              <a:t>: Añade un buffer a otro Reader para mejorar la eficiencia de lectura.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 err="1">
                <a:effectLst/>
              </a:rPr>
              <a:t>InputStreamReader</a:t>
            </a:r>
            <a:r>
              <a:rPr lang="es-ES" sz="2000" dirty="0">
                <a:effectLst/>
              </a:rPr>
              <a:t>: Convierte un </a:t>
            </a:r>
            <a:r>
              <a:rPr lang="es-ES" sz="2000" dirty="0" err="1">
                <a:effectLst/>
              </a:rPr>
              <a:t>InputStream</a:t>
            </a:r>
            <a:r>
              <a:rPr lang="es-ES" sz="2000" dirty="0">
                <a:effectLst/>
              </a:rPr>
              <a:t> a un Reader, permitiendo leer datos de caracteres desde un </a:t>
            </a:r>
            <a:r>
              <a:rPr lang="es-ES" sz="2000" dirty="0" err="1">
                <a:effectLst/>
              </a:rPr>
              <a:t>InputStream</a:t>
            </a:r>
            <a:r>
              <a:rPr lang="es-ES" sz="2000" dirty="0">
                <a:effectLst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1DEA71-145B-918C-4540-77B517FDF7FF}"/>
              </a:ext>
            </a:extLst>
          </p:cNvPr>
          <p:cNvSpPr txBox="1"/>
          <p:nvPr/>
        </p:nvSpPr>
        <p:spPr>
          <a:xfrm>
            <a:off x="6232664" y="1861751"/>
            <a:ext cx="590003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>
              <a:buNone/>
              <a:defRPr sz="2000">
                <a:effectLst/>
              </a:defRPr>
            </a:lvl1pPr>
          </a:lstStyle>
          <a:p>
            <a:r>
              <a:rPr lang="es-ES" sz="2800" b="1" dirty="0" err="1"/>
              <a:t>Writers</a:t>
            </a:r>
            <a:r>
              <a:rPr lang="es-ES" sz="2800" b="1" dirty="0"/>
              <a:t> (Escritores de caracteres)</a:t>
            </a:r>
          </a:p>
          <a:p>
            <a:endParaRPr lang="es-ES" sz="2800" b="1" dirty="0"/>
          </a:p>
          <a:p>
            <a:r>
              <a:rPr lang="es-ES" dirty="0"/>
              <a:t>Se utilizan para escribir caracteres: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FileWriter</a:t>
            </a:r>
            <a:r>
              <a:rPr lang="es-ES" dirty="0"/>
              <a:t>: Permite escribir datos de caracteres en un archivo.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BufferedWriter</a:t>
            </a:r>
            <a:r>
              <a:rPr lang="es-ES" dirty="0"/>
              <a:t>: Añade un buffer a otro </a:t>
            </a:r>
            <a:r>
              <a:rPr lang="es-ES" dirty="0" err="1"/>
              <a:t>Writer</a:t>
            </a:r>
            <a:r>
              <a:rPr lang="es-ES" dirty="0"/>
              <a:t> para mejorar la eficiencia de escritura.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OutputStreamWriter</a:t>
            </a:r>
            <a:r>
              <a:rPr lang="es-ES" dirty="0"/>
              <a:t>: Convierte un </a:t>
            </a:r>
            <a:r>
              <a:rPr lang="es-ES" dirty="0" err="1"/>
              <a:t>OutputStream</a:t>
            </a:r>
            <a:r>
              <a:rPr lang="es-ES" dirty="0"/>
              <a:t> en un </a:t>
            </a:r>
            <a:r>
              <a:rPr lang="es-ES" dirty="0" err="1"/>
              <a:t>Writer</a:t>
            </a:r>
            <a:r>
              <a:rPr lang="es-ES" dirty="0"/>
              <a:t>, permitiendo escribir datos de caracteres en un </a:t>
            </a:r>
            <a:r>
              <a:rPr lang="es-ES" dirty="0" err="1"/>
              <a:t>OutputStream</a:t>
            </a:r>
            <a:r>
              <a:rPr lang="es-ES" dirty="0"/>
              <a:t>.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EB38F327-A9D7-6C5E-62F1-F0D51AE3B418}"/>
              </a:ext>
            </a:extLst>
          </p:cNvPr>
          <p:cNvSpPr/>
          <p:nvPr/>
        </p:nvSpPr>
        <p:spPr>
          <a:xfrm>
            <a:off x="416880" y="1342440"/>
            <a:ext cx="1152036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r>
              <a:rPr lang="es-ES" sz="2000" dirty="0"/>
              <a:t>Trabajan con texto (caracteres).</a:t>
            </a:r>
          </a:p>
        </p:txBody>
      </p:sp>
    </p:spTree>
    <p:extLst>
      <p:ext uri="{BB962C8B-B14F-4D97-AF65-F5344CB8AC3E}">
        <p14:creationId xmlns:p14="http://schemas.microsoft.com/office/powerpoint/2010/main" val="88263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543F6-F558-EA02-E4BF-B866BDA8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B83A4104-CEAC-DE42-79ED-3AD8A96FA5A3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8DDDED68-3B59-66CE-F168-5C29942C7F0D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8217AE8A-7AFF-4C1C-35F7-39FA03B6FC0D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FileReader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 -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FileWriter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9CAFB0-3BBC-D4AF-BB0D-7DD5A1CE408A}"/>
              </a:ext>
            </a:extLst>
          </p:cNvPr>
          <p:cNvSpPr txBox="1"/>
          <p:nvPr/>
        </p:nvSpPr>
        <p:spPr>
          <a:xfrm>
            <a:off x="195964" y="1616943"/>
            <a:ext cx="5393306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 err="1">
                <a:effectLst/>
              </a:rPr>
              <a:t>FileWriter</a:t>
            </a:r>
            <a:endParaRPr lang="es-ES" sz="3600" b="1" dirty="0">
              <a:effectLst/>
            </a:endParaRPr>
          </a:p>
          <a:p>
            <a:pPr>
              <a:buNone/>
            </a:pPr>
            <a:endParaRPr lang="es-ES" sz="3600" b="1" dirty="0">
              <a:effectLst/>
            </a:endParaRPr>
          </a:p>
          <a:p>
            <a:pPr>
              <a:buNone/>
            </a:pPr>
            <a:r>
              <a:rPr lang="es-ES" sz="2400" dirty="0"/>
              <a:t>S</a:t>
            </a:r>
            <a:r>
              <a:rPr lang="es-ES" sz="2400" dirty="0">
                <a:effectLst/>
              </a:rPr>
              <a:t>e utiliza para escribir caracteres desde un archivo de texto.</a:t>
            </a:r>
          </a:p>
          <a:p>
            <a:pPr>
              <a:buNone/>
            </a:pPr>
            <a:endParaRPr lang="es-ES" sz="2400" dirty="0">
              <a:effectLst/>
            </a:endParaRPr>
          </a:p>
          <a:p>
            <a:pPr>
              <a:buNone/>
            </a:pPr>
            <a:r>
              <a:rPr lang="es-ES" sz="2400" dirty="0" err="1">
                <a:effectLst/>
              </a:rPr>
              <a:t>FileWriter</a:t>
            </a:r>
            <a:r>
              <a:rPr lang="es-ES" sz="2400" dirty="0">
                <a:effectLst/>
              </a:rPr>
              <a:t> se encarga de convertir los bytes del archivo a caracteres utilizando la codificación de caracteres predeterminada del sistema.</a:t>
            </a:r>
            <a:endParaRPr lang="es-ES" dirty="0"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276C18-B359-1D3F-D932-1E9A1C36A9EA}"/>
              </a:ext>
            </a:extLst>
          </p:cNvPr>
          <p:cNvSpPr txBox="1"/>
          <p:nvPr/>
        </p:nvSpPr>
        <p:spPr>
          <a:xfrm>
            <a:off x="6072600" y="1628507"/>
            <a:ext cx="5900036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>
              <a:buNone/>
              <a:defRPr sz="3600" b="1">
                <a:effectLst/>
              </a:defRPr>
            </a:lvl1pPr>
          </a:lstStyle>
          <a:p>
            <a:r>
              <a:rPr lang="es-ES" dirty="0" err="1"/>
              <a:t>FileReader</a:t>
            </a:r>
            <a:endParaRPr lang="es-ES" dirty="0"/>
          </a:p>
          <a:p>
            <a:endParaRPr lang="es-ES" sz="2400" b="0" dirty="0"/>
          </a:p>
          <a:p>
            <a:r>
              <a:rPr lang="es-ES" sz="2400" b="0" dirty="0"/>
              <a:t>Se utiliza para leer caracteres en un archivo de texto. </a:t>
            </a:r>
          </a:p>
          <a:p>
            <a:endParaRPr lang="es-ES" sz="2400" b="0" dirty="0"/>
          </a:p>
          <a:p>
            <a:r>
              <a:rPr lang="es-ES" sz="2400" b="0" dirty="0" err="1"/>
              <a:t>FileReader</a:t>
            </a:r>
            <a:r>
              <a:rPr lang="es-ES" sz="2400" b="0" dirty="0"/>
              <a:t> convierte los caracteres a bytes utilizando la codificación de caracteres predeterminada del sistema y escribe esos bytes en el archivo.</a:t>
            </a:r>
          </a:p>
        </p:txBody>
      </p:sp>
    </p:spTree>
    <p:extLst>
      <p:ext uri="{BB962C8B-B14F-4D97-AF65-F5344CB8AC3E}">
        <p14:creationId xmlns:p14="http://schemas.microsoft.com/office/powerpoint/2010/main" val="142326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D564E-2FDB-246E-8267-31D6F3E7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20372D39-1FC2-93F0-240B-2298877D6E07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274BD2A3-B87A-15BF-F5C0-BA16A8300D5E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D66A8EAD-0F3C-8E62-137E-03D0EAC92B2A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FileReader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 -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FileWriter</a:t>
            </a:r>
            <a:endParaRPr lang="es-ES" sz="4000" b="0" strike="noStrike" spc="-1" dirty="0">
              <a:latin typeface="Calibri"/>
            </a:endParaRP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962AE33E-E9F8-5C9B-2258-B2B554E79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25" y="1077768"/>
            <a:ext cx="11150550" cy="561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07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D0D5-A57D-4A70-2195-6B7B4DF4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FAC283D6-CD53-51F6-5D2E-EE42D524AC7C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6D7D6DA9-4B9C-457E-1DE9-B9BE7DC3CDED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D5148E6A-4E03-8ACF-F615-134D4BAD74A8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Escritura en ficheros: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FileWriter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752BC7-72E0-2CDD-5AB1-4F0B3567774E}"/>
              </a:ext>
            </a:extLst>
          </p:cNvPr>
          <p:cNvSpPr txBox="1"/>
          <p:nvPr/>
        </p:nvSpPr>
        <p:spPr>
          <a:xfrm>
            <a:off x="399150" y="1516590"/>
            <a:ext cx="100812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String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texto = 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"Este es un ejemplo de uso de </a:t>
            </a:r>
            <a:r>
              <a:rPr lang="es-ES" dirty="0" err="1">
                <a:solidFill>
                  <a:srgbClr val="008181"/>
                </a:solidFill>
                <a:effectLst/>
                <a:latin typeface="Helvetica" pitchFamily="2" charset="0"/>
              </a:rPr>
              <a:t>FileWriter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 en JAVA"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  <a:endParaRPr lang="es-ES" dirty="0">
              <a:solidFill>
                <a:srgbClr val="008181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String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fichero = 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</a:t>
            </a:r>
            <a:r>
              <a:rPr lang="es-ES" dirty="0" err="1">
                <a:solidFill>
                  <a:srgbClr val="008181"/>
                </a:solidFill>
                <a:effectLst/>
                <a:latin typeface="Helvetica" pitchFamily="2" charset="0"/>
              </a:rPr>
              <a:t>fichero.txt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</a:p>
          <a:p>
            <a:pPr>
              <a:buNone/>
            </a:pPr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try {</a:t>
            </a:r>
          </a:p>
          <a:p>
            <a:pPr lvl="1"/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// creamos un objeto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FileWriter</a:t>
            </a:r>
            <a:endParaRPr lang="es-ES" dirty="0">
              <a:solidFill>
                <a:srgbClr val="6AA94F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FileWriter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fileWriter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= new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FileWriter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(fichero);</a:t>
            </a:r>
          </a:p>
          <a:p>
            <a:pPr lvl="1"/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// escribimos una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String</a:t>
            </a:r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 en el archivo</a:t>
            </a: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fileWriter.write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(texto);</a:t>
            </a:r>
          </a:p>
          <a:p>
            <a:pPr lvl="1"/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// cerramos el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FileWriter</a:t>
            </a:r>
            <a:endParaRPr lang="es-ES" dirty="0">
              <a:solidFill>
                <a:srgbClr val="6AA94F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fileWriter.close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();</a:t>
            </a: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System.out.println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"Se ha escrito en el fichero correctamente"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  <a:endParaRPr lang="es-ES" dirty="0">
              <a:solidFill>
                <a:srgbClr val="008181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 catch 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IOException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e) {</a:t>
            </a: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System.out.println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"Ocurrió un error al escribir en el fichero"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  <a:endParaRPr lang="es-ES" dirty="0">
              <a:solidFill>
                <a:srgbClr val="008181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e.printStackTrace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();</a:t>
            </a:r>
          </a:p>
          <a:p>
            <a:pPr>
              <a:buNone/>
            </a:pP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191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A526-A689-4971-1069-A0BD62C6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B36C833B-EBC8-3418-55CF-EB0CEFB62BC7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9B036BDA-C8F3-CB07-1E13-0AECF93EAA36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EB1AE63C-73F7-9000-C7C2-AF8E12CCD108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Lectura en ficheros: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FileReader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01E22D-3EE6-F2D5-A72F-1C2A31B13FB0}"/>
              </a:ext>
            </a:extLst>
          </p:cNvPr>
          <p:cNvSpPr txBox="1"/>
          <p:nvPr/>
        </p:nvSpPr>
        <p:spPr>
          <a:xfrm>
            <a:off x="290880" y="1170360"/>
            <a:ext cx="110476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String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fichero = 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</a:t>
            </a:r>
            <a:r>
              <a:rPr lang="es-ES" dirty="0" err="1">
                <a:solidFill>
                  <a:srgbClr val="008181"/>
                </a:solidFill>
                <a:effectLst/>
                <a:latin typeface="Helvetica" pitchFamily="2" charset="0"/>
              </a:rPr>
              <a:t>fichero.txt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</a:p>
          <a:p>
            <a:pPr>
              <a:buNone/>
            </a:pPr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try {</a:t>
            </a:r>
          </a:p>
          <a:p>
            <a:pPr lvl="1"/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// creamos un objeto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FileReader</a:t>
            </a:r>
            <a:endParaRPr lang="es-ES" dirty="0">
              <a:solidFill>
                <a:srgbClr val="6AA94F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FileReader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fileReader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= new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FileReader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(fichero);</a:t>
            </a:r>
          </a:p>
          <a:p>
            <a:pPr lvl="1"/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// leer y mostrar el contenido del archivo</a:t>
            </a: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int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caracter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System.out.println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"Contenido del archivo " 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+ fichero + 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":"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while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((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caracter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=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fileReader.read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()) != -1) {</a:t>
            </a: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char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caracter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</a:t>
            </a:r>
          </a:p>
          <a:p>
            <a:pPr lvl="1"/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// cerramos el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FileReader</a:t>
            </a:r>
            <a:endParaRPr lang="es-ES" dirty="0">
              <a:solidFill>
                <a:srgbClr val="6AA94F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fileReader.close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();</a:t>
            </a:r>
          </a:p>
          <a:p>
            <a:pPr lvl="1"/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 catch 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IOException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e) {</a:t>
            </a: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System.out.println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"Ocurrió un error al leer el archivo"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  <a:endParaRPr lang="es-ES" dirty="0">
              <a:solidFill>
                <a:srgbClr val="008181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e.printStackTrace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();</a:t>
            </a:r>
          </a:p>
          <a:p>
            <a:pPr>
              <a:buNone/>
            </a:pP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9065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BB44-EABC-FF6D-70F8-FB35E20AA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A6C5A7DE-2E4D-1932-1667-5BE741BEA99E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D9EE8119-4D6D-22AD-024A-462886B849E5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6CEF3477-7AF6-ABDA-C79F-BCF1B3DCC2A5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Lectura en ficheros: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FileReader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23F231-DAC7-542B-9460-C2BC060A0668}"/>
              </a:ext>
            </a:extLst>
          </p:cNvPr>
          <p:cNvSpPr txBox="1"/>
          <p:nvPr/>
        </p:nvSpPr>
        <p:spPr>
          <a:xfrm>
            <a:off x="457200" y="1477800"/>
            <a:ext cx="104813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LeerTexto</a:t>
            </a:r>
            <a:r>
              <a:rPr lang="es-ES" dirty="0"/>
              <a:t> {</a:t>
            </a:r>
            <a:br>
              <a:rPr lang="es-ES" dirty="0"/>
            </a:br>
            <a:br>
              <a:rPr lang="es-ES" dirty="0"/>
            </a:b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static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</a:t>
            </a:r>
            <a:r>
              <a:rPr lang="es-ES" dirty="0" err="1"/>
              <a:t>String</a:t>
            </a:r>
            <a:r>
              <a:rPr lang="es-ES" dirty="0"/>
              <a:t>[] </a:t>
            </a:r>
            <a:r>
              <a:rPr lang="es-ES" dirty="0" err="1"/>
              <a:t>args</a:t>
            </a:r>
            <a:r>
              <a:rPr lang="es-ES" dirty="0"/>
              <a:t>) {</a:t>
            </a:r>
            <a:br>
              <a:rPr lang="es-ES" dirty="0"/>
            </a:br>
            <a:br>
              <a:rPr lang="es-ES" dirty="0"/>
            </a:br>
            <a:r>
              <a:rPr lang="es-ES" dirty="0"/>
              <a:t>try {</a:t>
            </a:r>
            <a:br>
              <a:rPr lang="es-ES" dirty="0"/>
            </a:br>
            <a:r>
              <a:rPr lang="es-ES" dirty="0" err="1"/>
              <a:t>BufferedReader</a:t>
            </a:r>
            <a:r>
              <a:rPr lang="es-ES" dirty="0"/>
              <a:t> </a:t>
            </a:r>
            <a:r>
              <a:rPr lang="es-ES" dirty="0" err="1"/>
              <a:t>br</a:t>
            </a:r>
            <a:r>
              <a:rPr lang="es-ES" dirty="0"/>
              <a:t> = new </a:t>
            </a:r>
            <a:r>
              <a:rPr lang="es-ES" dirty="0" err="1"/>
              <a:t>BufferedReader</a:t>
            </a:r>
            <a:r>
              <a:rPr lang="es-ES" dirty="0"/>
              <a:t>(new </a:t>
            </a:r>
            <a:r>
              <a:rPr lang="es-ES" dirty="0" err="1"/>
              <a:t>FileReader</a:t>
            </a:r>
            <a:r>
              <a:rPr lang="es-ES" dirty="0"/>
              <a:t>("</a:t>
            </a:r>
            <a:r>
              <a:rPr lang="es-ES" dirty="0" err="1"/>
              <a:t>texto.txt</a:t>
            </a:r>
            <a:r>
              <a:rPr lang="es-ES" dirty="0"/>
              <a:t>"));</a:t>
            </a:r>
            <a:br>
              <a:rPr lang="es-ES" dirty="0"/>
            </a:b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linea</a:t>
            </a:r>
            <a:r>
              <a:rPr lang="es-ES" dirty="0"/>
              <a:t>;</a:t>
            </a:r>
            <a:br>
              <a:rPr lang="es-ES" dirty="0"/>
            </a:br>
            <a:br>
              <a:rPr lang="es-ES" dirty="0"/>
            </a:br>
            <a:r>
              <a:rPr lang="es-ES" dirty="0" err="1"/>
              <a:t>while</a:t>
            </a:r>
            <a:r>
              <a:rPr lang="es-ES" dirty="0"/>
              <a:t> ((</a:t>
            </a:r>
            <a:r>
              <a:rPr lang="es-ES" dirty="0" err="1"/>
              <a:t>linea</a:t>
            </a:r>
            <a:r>
              <a:rPr lang="es-ES" dirty="0"/>
              <a:t> = </a:t>
            </a:r>
            <a:r>
              <a:rPr lang="es-ES" dirty="0" err="1"/>
              <a:t>br.readLine</a:t>
            </a:r>
            <a:r>
              <a:rPr lang="es-ES" dirty="0"/>
              <a:t>()) != </a:t>
            </a:r>
            <a:r>
              <a:rPr lang="es-ES" dirty="0" err="1"/>
              <a:t>null</a:t>
            </a:r>
            <a:r>
              <a:rPr lang="es-ES" dirty="0"/>
              <a:t>) {</a:t>
            </a:r>
            <a:br>
              <a:rPr lang="es-ES" dirty="0"/>
            </a:br>
            <a:r>
              <a:rPr lang="es-ES" dirty="0" err="1"/>
              <a:t>System.out.println</a:t>
            </a:r>
            <a:r>
              <a:rPr lang="es-ES" dirty="0"/>
              <a:t>(</a:t>
            </a:r>
            <a:r>
              <a:rPr lang="es-ES" dirty="0" err="1"/>
              <a:t>linea</a:t>
            </a:r>
            <a:r>
              <a:rPr lang="es-ES" dirty="0"/>
              <a:t>);</a:t>
            </a:r>
            <a:br>
              <a:rPr lang="es-ES" dirty="0"/>
            </a:br>
            <a:r>
              <a:rPr lang="es-ES" dirty="0"/>
              <a:t>}</a:t>
            </a:r>
            <a:br>
              <a:rPr lang="es-ES" dirty="0"/>
            </a:br>
            <a:br>
              <a:rPr lang="es-ES" dirty="0"/>
            </a:br>
            <a:r>
              <a:rPr lang="es-ES" dirty="0"/>
              <a:t>} catch (</a:t>
            </a:r>
            <a:r>
              <a:rPr lang="es-ES" dirty="0" err="1"/>
              <a:t>IOException</a:t>
            </a:r>
            <a:r>
              <a:rPr lang="es-ES" dirty="0"/>
              <a:t> e) {</a:t>
            </a:r>
            <a:br>
              <a:rPr lang="es-ES" dirty="0"/>
            </a:br>
            <a:r>
              <a:rPr lang="es-ES" dirty="0" err="1"/>
              <a:t>e.printStackTrace</a:t>
            </a:r>
            <a:r>
              <a:rPr lang="es-ES" dirty="0"/>
              <a:t>();</a:t>
            </a:r>
            <a:br>
              <a:rPr lang="es-ES" dirty="0"/>
            </a:br>
            <a:r>
              <a:rPr lang="es-ES" dirty="0"/>
              <a:t>}</a:t>
            </a:r>
            <a:br>
              <a:rPr lang="es-ES" dirty="0"/>
            </a:br>
            <a:br>
              <a:rPr lang="es-ES" dirty="0"/>
            </a:br>
            <a:r>
              <a:rPr lang="es-ES" dirty="0"/>
              <a:t>}</a:t>
            </a:r>
            <a:br>
              <a:rPr lang="es-ES" dirty="0"/>
            </a:br>
            <a:r>
              <a:rPr lang="es-E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3795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B1B5-9147-56FC-9E3E-4B8E5E99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165117D1-4BDE-EB53-DB27-C7909FBCEFF0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C67F8724-F8E0-824D-468E-E8B42CF583A8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D1429409-ED68-82FC-B8E2-951D8F2D0FC7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PrintWriter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4E58AB0-743D-3E95-9D7C-8E01FD66C0B3}"/>
              </a:ext>
            </a:extLst>
          </p:cNvPr>
          <p:cNvSpPr txBox="1"/>
          <p:nvPr/>
        </p:nvSpPr>
        <p:spPr>
          <a:xfrm>
            <a:off x="290880" y="1253193"/>
            <a:ext cx="115277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>
                <a:effectLst/>
                <a:latin typeface="Helvetica" pitchFamily="2" charset="0"/>
              </a:rPr>
              <a:t>La clase </a:t>
            </a:r>
            <a:r>
              <a:rPr lang="es-ES" b="1" dirty="0" err="1">
                <a:effectLst/>
                <a:latin typeface="Helvetica" pitchFamily="2" charset="0"/>
              </a:rPr>
              <a:t>PrintWriter</a:t>
            </a:r>
            <a:r>
              <a:rPr lang="es-ES" dirty="0">
                <a:effectLst/>
                <a:latin typeface="Helvetica" pitchFamily="2" charset="0"/>
              </a:rPr>
              <a:t> en JAVA es una subclase de la clase abstracta </a:t>
            </a:r>
            <a:r>
              <a:rPr lang="es-ES" dirty="0" err="1">
                <a:effectLst/>
                <a:latin typeface="Helvetica" pitchFamily="2" charset="0"/>
              </a:rPr>
              <a:t>Writer</a:t>
            </a:r>
            <a:r>
              <a:rPr lang="es-ES" dirty="0">
                <a:effectLst/>
                <a:latin typeface="Helvetica" pitchFamily="2" charset="0"/>
              </a:rPr>
              <a:t> y se utiliza para escribir datos formateados en un flujo de salida. A diferencia de </a:t>
            </a:r>
            <a:r>
              <a:rPr lang="es-ES" dirty="0" err="1">
                <a:effectLst/>
                <a:latin typeface="Helvetica" pitchFamily="2" charset="0"/>
              </a:rPr>
              <a:t>FileWriter</a:t>
            </a:r>
            <a:r>
              <a:rPr lang="es-ES" dirty="0">
                <a:effectLst/>
                <a:latin typeface="Helvetica" pitchFamily="2" charset="0"/>
              </a:rPr>
              <a:t>, </a:t>
            </a:r>
            <a:r>
              <a:rPr lang="es-ES" dirty="0" err="1">
                <a:effectLst/>
                <a:latin typeface="Helvetica" pitchFamily="2" charset="0"/>
              </a:rPr>
              <a:t>PrintWriter</a:t>
            </a:r>
            <a:r>
              <a:rPr lang="es-ES" dirty="0">
                <a:effectLst/>
                <a:latin typeface="Helvetica" pitchFamily="2" charset="0"/>
              </a:rPr>
              <a:t> tiene la capacidad de imprimir representaciones de varios tipos de datos, incluyendo texto y primitivas como </a:t>
            </a:r>
            <a:r>
              <a:rPr lang="es-ES" dirty="0" err="1">
                <a:effectLst/>
                <a:latin typeface="Helvetica" pitchFamily="2" charset="0"/>
              </a:rPr>
              <a:t>int</a:t>
            </a:r>
            <a:r>
              <a:rPr lang="es-ES" dirty="0">
                <a:effectLst/>
                <a:latin typeface="Helvetica" pitchFamily="2" charset="0"/>
              </a:rPr>
              <a:t>, </a:t>
            </a:r>
            <a:r>
              <a:rPr lang="es-ES" dirty="0" err="1">
                <a:effectLst/>
                <a:latin typeface="Helvetica" pitchFamily="2" charset="0"/>
              </a:rPr>
              <a:t>long</a:t>
            </a:r>
            <a:r>
              <a:rPr lang="es-ES" dirty="0">
                <a:effectLst/>
                <a:latin typeface="Helvetica" pitchFamily="2" charset="0"/>
              </a:rPr>
              <a:t>, </a:t>
            </a:r>
            <a:r>
              <a:rPr lang="es-ES" dirty="0" err="1">
                <a:effectLst/>
                <a:latin typeface="Helvetica" pitchFamily="2" charset="0"/>
              </a:rPr>
              <a:t>float</a:t>
            </a:r>
            <a:r>
              <a:rPr lang="es-ES" dirty="0">
                <a:effectLst/>
                <a:latin typeface="Helvetica" pitchFamily="2" charset="0"/>
              </a:rPr>
              <a:t>, etc.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7B704D10-C839-4A32-04E7-50634AB95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80" y="2429725"/>
            <a:ext cx="10297800" cy="363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03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7481-63DB-8289-B0E0-9239EE2E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A5C180A6-FBEE-9E59-3C99-0C9E6BD78FCE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4D495EC4-3986-A8A1-4885-A2EE01661439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FFF683EB-090C-9164-5908-131A9E2E6FC6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PrintWriter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 ejemplo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6F62E4-81BD-12FC-1D22-F72109C6A6FE}"/>
              </a:ext>
            </a:extLst>
          </p:cNvPr>
          <p:cNvSpPr txBox="1"/>
          <p:nvPr/>
        </p:nvSpPr>
        <p:spPr>
          <a:xfrm>
            <a:off x="388620" y="1338480"/>
            <a:ext cx="8755380" cy="503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ES" dirty="0" err="1">
                <a:latin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class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EjemploPrintWriter</a:t>
            </a:r>
            <a:r>
              <a:rPr lang="es-ES" dirty="0">
                <a:latin typeface="Courier New" panose="02070309020205020404" pitchFamily="49" charset="0"/>
              </a:rPr>
              <a:t> {</a:t>
            </a:r>
            <a:br>
              <a:rPr lang="es-ES" dirty="0">
                <a:latin typeface="Courier New" panose="02070309020205020404" pitchFamily="49" charset="0"/>
              </a:rPr>
            </a:b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</a:rPr>
              <a:t>public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static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void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>
                <a:latin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</a:rPr>
              <a:t>String</a:t>
            </a:r>
            <a:r>
              <a:rPr lang="es-ES" dirty="0">
                <a:latin typeface="Courier New" panose="02070309020205020404" pitchFamily="49" charset="0"/>
              </a:rPr>
              <a:t>[] </a:t>
            </a:r>
            <a:r>
              <a:rPr lang="es-ES" dirty="0" err="1">
                <a:latin typeface="Courier New" panose="02070309020205020404" pitchFamily="49" charset="0"/>
              </a:rPr>
              <a:t>args</a:t>
            </a:r>
            <a:r>
              <a:rPr lang="es-ES" dirty="0">
                <a:latin typeface="Courier New" panose="02070309020205020404" pitchFamily="49" charset="0"/>
              </a:rPr>
              <a:t>) {</a:t>
            </a:r>
            <a:br>
              <a:rPr lang="es-ES" dirty="0">
                <a:latin typeface="Courier New" panose="02070309020205020404" pitchFamily="49" charset="0"/>
              </a:rPr>
            </a:b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try (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    </a:t>
            </a:r>
            <a:r>
              <a:rPr lang="es-ES" dirty="0" err="1">
                <a:latin typeface="Courier New" panose="02070309020205020404" pitchFamily="49" charset="0"/>
              </a:rPr>
              <a:t>FileWriter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fw</a:t>
            </a:r>
            <a:r>
              <a:rPr lang="es-ES" dirty="0">
                <a:latin typeface="Courier New" panose="02070309020205020404" pitchFamily="49" charset="0"/>
              </a:rPr>
              <a:t> = new </a:t>
            </a:r>
            <a:r>
              <a:rPr lang="es-ES" dirty="0" err="1">
                <a:latin typeface="Courier New" panose="02070309020205020404" pitchFamily="49" charset="0"/>
              </a:rPr>
              <a:t>FileWriter</a:t>
            </a:r>
            <a:r>
              <a:rPr lang="es-ES" dirty="0">
                <a:latin typeface="Courier New" panose="02070309020205020404" pitchFamily="49" charset="0"/>
              </a:rPr>
              <a:t>("</a:t>
            </a:r>
            <a:r>
              <a:rPr lang="es-ES" dirty="0" err="1">
                <a:latin typeface="Courier New" panose="02070309020205020404" pitchFamily="49" charset="0"/>
              </a:rPr>
              <a:t>salida.txt</a:t>
            </a:r>
            <a:r>
              <a:rPr lang="es-ES" dirty="0">
                <a:latin typeface="Courier New" panose="02070309020205020404" pitchFamily="49" charset="0"/>
              </a:rPr>
              <a:t>");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    </a:t>
            </a:r>
            <a:r>
              <a:rPr lang="es-ES" dirty="0" err="1">
                <a:latin typeface="Courier New" panose="02070309020205020404" pitchFamily="49" charset="0"/>
              </a:rPr>
              <a:t>PrintWriter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pw</a:t>
            </a:r>
            <a:r>
              <a:rPr lang="es-ES" dirty="0">
                <a:latin typeface="Courier New" panose="02070309020205020404" pitchFamily="49" charset="0"/>
              </a:rPr>
              <a:t> = new </a:t>
            </a:r>
            <a:r>
              <a:rPr lang="es-ES" dirty="0" err="1">
                <a:latin typeface="Courier New" panose="02070309020205020404" pitchFamily="49" charset="0"/>
              </a:rPr>
              <a:t>PrintWriter</a:t>
            </a:r>
            <a:r>
              <a:rPr lang="es-ES" dirty="0">
                <a:latin typeface="Courier New" panose="02070309020205020404" pitchFamily="49" charset="0"/>
              </a:rPr>
              <a:t>(</a:t>
            </a:r>
            <a:r>
              <a:rPr lang="es-ES" dirty="0" err="1">
                <a:latin typeface="Courier New" panose="02070309020205020404" pitchFamily="49" charset="0"/>
              </a:rPr>
              <a:t>fw</a:t>
            </a:r>
            <a:r>
              <a:rPr lang="es-ES" dirty="0">
                <a:latin typeface="Courier New" panose="02070309020205020404" pitchFamily="49" charset="0"/>
              </a:rPr>
              <a:t>);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) {</a:t>
            </a:r>
            <a:br>
              <a:rPr lang="es-ES" dirty="0">
                <a:latin typeface="Courier New" panose="02070309020205020404" pitchFamily="49" charset="0"/>
              </a:rPr>
            </a:b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    </a:t>
            </a:r>
            <a:r>
              <a:rPr lang="es-ES" dirty="0" err="1">
                <a:latin typeface="Courier New" panose="02070309020205020404" pitchFamily="49" charset="0"/>
              </a:rPr>
              <a:t>pw.println</a:t>
            </a:r>
            <a:r>
              <a:rPr lang="es-ES" dirty="0">
                <a:latin typeface="Courier New" panose="02070309020205020404" pitchFamily="49" charset="0"/>
              </a:rPr>
              <a:t>("Hola mundo");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    </a:t>
            </a:r>
            <a:r>
              <a:rPr lang="es-ES" dirty="0" err="1">
                <a:latin typeface="Courier New" panose="02070309020205020404" pitchFamily="49" charset="0"/>
              </a:rPr>
              <a:t>pw.println</a:t>
            </a:r>
            <a:r>
              <a:rPr lang="es-ES" dirty="0">
                <a:latin typeface="Courier New" panose="02070309020205020404" pitchFamily="49" charset="0"/>
              </a:rPr>
              <a:t>("Línea 2");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    </a:t>
            </a:r>
            <a:r>
              <a:rPr lang="es-ES" dirty="0" err="1">
                <a:latin typeface="Courier New" panose="02070309020205020404" pitchFamily="49" charset="0"/>
              </a:rPr>
              <a:t>pw.println</a:t>
            </a:r>
            <a:r>
              <a:rPr lang="es-ES" dirty="0">
                <a:latin typeface="Courier New" panose="02070309020205020404" pitchFamily="49" charset="0"/>
              </a:rPr>
              <a:t>("Número: " + 25);</a:t>
            </a:r>
            <a:br>
              <a:rPr lang="es-ES" dirty="0">
                <a:latin typeface="Courier New" panose="02070309020205020404" pitchFamily="49" charset="0"/>
              </a:rPr>
            </a:b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} catch (</a:t>
            </a:r>
            <a:r>
              <a:rPr lang="es-ES" dirty="0" err="1">
                <a:latin typeface="Courier New" panose="02070309020205020404" pitchFamily="49" charset="0"/>
              </a:rPr>
              <a:t>IOException</a:t>
            </a:r>
            <a:r>
              <a:rPr lang="es-ES" dirty="0">
                <a:latin typeface="Courier New" panose="02070309020205020404" pitchFamily="49" charset="0"/>
              </a:rPr>
              <a:t> e) {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    </a:t>
            </a:r>
            <a:r>
              <a:rPr lang="es-ES" dirty="0" err="1">
                <a:latin typeface="Courier New" panose="02070309020205020404" pitchFamily="49" charset="0"/>
              </a:rPr>
              <a:t>e.printStackTrace</a:t>
            </a:r>
            <a:r>
              <a:rPr lang="es-ES" dirty="0">
                <a:latin typeface="Courier New" panose="02070309020205020404" pitchFamily="49" charset="0"/>
              </a:rPr>
              <a:t>();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    }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    }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195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923B6-D19A-FE53-71C2-DAF274C4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E63270CE-FADC-5B07-514B-1AB5232102F9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7E757A96-3C95-71EF-C388-FE9A1CB3B4D9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3E7FF72C-9EC4-2BEB-AAA8-6736E6AEF81B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Scanner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514B9A-EB1C-B9DB-8D69-F483FB0E1123}"/>
              </a:ext>
            </a:extLst>
          </p:cNvPr>
          <p:cNvSpPr txBox="1"/>
          <p:nvPr/>
        </p:nvSpPr>
        <p:spPr>
          <a:xfrm>
            <a:off x="290880" y="1253193"/>
            <a:ext cx="11527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>
                <a:effectLst/>
                <a:latin typeface="Helvetica" pitchFamily="2" charset="0"/>
              </a:rPr>
              <a:t>Escáner de texto que permite procesar tipos primitivos y cadenas de texto. Divide los datos de entrada en tokens (elementos individuales) que serán procesados de forma individual</a:t>
            </a: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386901C7-98E6-1CB9-5B10-6AE3B0C16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80" y="2260473"/>
            <a:ext cx="10784790" cy="389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836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26141-C5BA-0222-42A6-989D7499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B90EA47E-C3E4-703F-3430-4D670B5A5FB7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E75FE327-62A6-15B8-2D1F-7C00876AA6D5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8A2524EB-42C8-DC23-B753-328B2DA7BF30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Scanner ejemplo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6D3B498-A8A8-5B58-6506-408AA7050726}"/>
              </a:ext>
            </a:extLst>
          </p:cNvPr>
          <p:cNvSpPr txBox="1"/>
          <p:nvPr/>
        </p:nvSpPr>
        <p:spPr>
          <a:xfrm>
            <a:off x="388620" y="1338480"/>
            <a:ext cx="87553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static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args</a:t>
            </a:r>
            <a:r>
              <a:rPr lang="es-ES" dirty="0"/>
              <a:t>[]) {</a:t>
            </a:r>
          </a:p>
          <a:p>
            <a:pPr lvl="1"/>
            <a:r>
              <a:rPr lang="es-ES" dirty="0"/>
              <a:t>File archivo = new File("</a:t>
            </a:r>
            <a:r>
              <a:rPr lang="es-ES" dirty="0" err="1"/>
              <a:t>archivo.txt</a:t>
            </a:r>
            <a:r>
              <a:rPr lang="es-ES" dirty="0"/>
              <a:t>");</a:t>
            </a:r>
          </a:p>
          <a:p>
            <a:pPr lvl="1"/>
            <a:r>
              <a:rPr lang="es-ES" dirty="0"/>
              <a:t>try {</a:t>
            </a:r>
          </a:p>
          <a:p>
            <a:pPr lvl="2"/>
            <a:r>
              <a:rPr lang="es-ES" dirty="0"/>
              <a:t>Scanner </a:t>
            </a:r>
            <a:r>
              <a:rPr lang="es-ES" dirty="0" err="1"/>
              <a:t>scn</a:t>
            </a:r>
            <a:r>
              <a:rPr lang="es-ES" dirty="0"/>
              <a:t> = new Scanner(archivo);</a:t>
            </a:r>
          </a:p>
          <a:p>
            <a:pPr lvl="2"/>
            <a:endParaRPr lang="es-ES" dirty="0"/>
          </a:p>
          <a:p>
            <a:pPr lvl="2"/>
            <a:r>
              <a:rPr lang="es-ES" dirty="0" err="1"/>
              <a:t>while</a:t>
            </a:r>
            <a:r>
              <a:rPr lang="es-ES" dirty="0"/>
              <a:t> (</a:t>
            </a:r>
            <a:r>
              <a:rPr lang="es-ES" dirty="0" err="1"/>
              <a:t>scn.hasNextLine</a:t>
            </a:r>
            <a:r>
              <a:rPr lang="es-ES" dirty="0"/>
              <a:t>()) {</a:t>
            </a:r>
          </a:p>
          <a:p>
            <a:pPr lvl="3"/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linea</a:t>
            </a:r>
            <a:r>
              <a:rPr lang="es-ES" dirty="0"/>
              <a:t> = </a:t>
            </a:r>
            <a:r>
              <a:rPr lang="es-ES" dirty="0" err="1"/>
              <a:t>scn.nextLine</a:t>
            </a:r>
            <a:r>
              <a:rPr lang="es-ES" dirty="0"/>
              <a:t>();</a:t>
            </a:r>
          </a:p>
          <a:p>
            <a:pPr lvl="3"/>
            <a:r>
              <a:rPr lang="es-ES" dirty="0" err="1"/>
              <a:t>System.out.println</a:t>
            </a:r>
            <a:r>
              <a:rPr lang="es-ES" dirty="0"/>
              <a:t>(</a:t>
            </a:r>
            <a:r>
              <a:rPr lang="es-ES" dirty="0" err="1"/>
              <a:t>linea</a:t>
            </a:r>
            <a:r>
              <a:rPr lang="es-ES" dirty="0"/>
              <a:t>);</a:t>
            </a:r>
          </a:p>
          <a:p>
            <a:pPr lvl="2"/>
            <a:r>
              <a:rPr lang="es-ES" dirty="0"/>
              <a:t>}</a:t>
            </a:r>
          </a:p>
          <a:p>
            <a:pPr lvl="2"/>
            <a:endParaRPr lang="es-ES" dirty="0"/>
          </a:p>
          <a:p>
            <a:pPr lvl="2"/>
            <a:r>
              <a:rPr lang="es-ES" dirty="0" err="1"/>
              <a:t>scn.close</a:t>
            </a:r>
            <a:r>
              <a:rPr lang="es-ES" dirty="0"/>
              <a:t>();</a:t>
            </a:r>
          </a:p>
          <a:p>
            <a:pPr lvl="2"/>
            <a:endParaRPr lang="es-ES" dirty="0"/>
          </a:p>
          <a:p>
            <a:pPr lvl="1"/>
            <a:r>
              <a:rPr lang="es-ES" dirty="0"/>
              <a:t>} catch (</a:t>
            </a:r>
            <a:r>
              <a:rPr lang="es-ES" dirty="0" err="1"/>
              <a:t>FileNotFoundException</a:t>
            </a:r>
            <a:r>
              <a:rPr lang="es-ES" dirty="0"/>
              <a:t> e) {</a:t>
            </a:r>
          </a:p>
          <a:p>
            <a:pPr lvl="1"/>
            <a:r>
              <a:rPr lang="es-ES" dirty="0"/>
              <a:t>	</a:t>
            </a:r>
            <a:r>
              <a:rPr lang="es-ES" dirty="0" err="1"/>
              <a:t>System.err.println</a:t>
            </a:r>
            <a:r>
              <a:rPr lang="es-ES" dirty="0"/>
              <a:t>("No se pudo encontrar el archivo");</a:t>
            </a:r>
          </a:p>
          <a:p>
            <a:pPr lvl="1"/>
            <a:r>
              <a:rPr lang="es-ES" dirty="0"/>
              <a:t>}</a:t>
            </a:r>
          </a:p>
          <a:p>
            <a:r>
              <a:rPr lang="es-E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5906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41F0-ECCD-204C-699B-3157F98B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A99E9599-128C-1EBE-EB24-D9E9413E8073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7E317A1F-8125-8BDA-D633-A62D326A2803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46EDADD6-39BD-AFD9-BEB8-3FC55ADA3356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Ejemplo de lectura y escritura de datos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9B965D-8B20-333C-C53F-D6084AACF469}"/>
              </a:ext>
            </a:extLst>
          </p:cNvPr>
          <p:cNvSpPr txBox="1"/>
          <p:nvPr/>
        </p:nvSpPr>
        <p:spPr>
          <a:xfrm>
            <a:off x="388620" y="1338480"/>
            <a:ext cx="875538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static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args</a:t>
            </a:r>
            <a:r>
              <a:rPr lang="es-ES" dirty="0"/>
              <a:t>[]) {</a:t>
            </a:r>
          </a:p>
          <a:p>
            <a:endParaRPr lang="es-ES" dirty="0"/>
          </a:p>
          <a:p>
            <a:pPr lvl="1"/>
            <a:r>
              <a:rPr lang="es-ES" dirty="0"/>
              <a:t>try{</a:t>
            </a:r>
          </a:p>
          <a:p>
            <a:pPr lvl="2"/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nombreFichero</a:t>
            </a:r>
            <a:r>
              <a:rPr lang="es-ES" dirty="0"/>
              <a:t> = "</a:t>
            </a:r>
            <a:r>
              <a:rPr lang="es-ES" dirty="0" err="1"/>
              <a:t>ficheroEnteros.txt</a:t>
            </a:r>
            <a:r>
              <a:rPr lang="es-ES" dirty="0"/>
              <a:t>";</a:t>
            </a:r>
          </a:p>
          <a:p>
            <a:pPr lvl="2"/>
            <a:r>
              <a:rPr lang="es-ES" dirty="0" err="1"/>
              <a:t>PrintWriter</a:t>
            </a:r>
            <a:r>
              <a:rPr lang="es-ES" dirty="0"/>
              <a:t> </a:t>
            </a:r>
            <a:r>
              <a:rPr lang="es-ES" dirty="0" err="1"/>
              <a:t>pwr</a:t>
            </a:r>
            <a:r>
              <a:rPr lang="es-ES" dirty="0"/>
              <a:t> = new </a:t>
            </a:r>
            <a:r>
              <a:rPr lang="es-ES" dirty="0" err="1"/>
              <a:t>PrintWriter</a:t>
            </a:r>
            <a:r>
              <a:rPr lang="es-ES" dirty="0"/>
              <a:t>(</a:t>
            </a:r>
            <a:r>
              <a:rPr lang="es-ES" dirty="0" err="1"/>
              <a:t>nombreFichero</a:t>
            </a:r>
            <a:r>
              <a:rPr lang="es-ES" dirty="0"/>
              <a:t>);</a:t>
            </a:r>
          </a:p>
          <a:p>
            <a:pPr lvl="2"/>
            <a:endParaRPr lang="es-ES" dirty="0"/>
          </a:p>
          <a:p>
            <a:pPr lvl="2"/>
            <a:r>
              <a:rPr lang="es-ES" dirty="0" err="1"/>
              <a:t>for</a:t>
            </a:r>
            <a:r>
              <a:rPr lang="es-ES" dirty="0"/>
              <a:t> (</a:t>
            </a:r>
            <a:r>
              <a:rPr lang="es-ES" dirty="0" err="1"/>
              <a:t>int</a:t>
            </a:r>
            <a:r>
              <a:rPr lang="es-ES" dirty="0"/>
              <a:t> i = 1; i &lt;= 1000; i++) {</a:t>
            </a:r>
          </a:p>
          <a:p>
            <a:pPr lvl="3"/>
            <a:r>
              <a:rPr lang="es-ES" dirty="0" err="1"/>
              <a:t>pwr.print</a:t>
            </a:r>
            <a:r>
              <a:rPr lang="es-ES" dirty="0"/>
              <a:t>(i + " ");</a:t>
            </a:r>
          </a:p>
          <a:p>
            <a:pPr lvl="3"/>
            <a:r>
              <a:rPr lang="es-ES" dirty="0" err="1"/>
              <a:t>if</a:t>
            </a:r>
            <a:r>
              <a:rPr lang="es-ES" dirty="0"/>
              <a:t> (i % 100 == 0) </a:t>
            </a:r>
            <a:r>
              <a:rPr lang="es-ES" dirty="0" err="1"/>
              <a:t>pwr.println</a:t>
            </a:r>
            <a:r>
              <a:rPr lang="es-ES" dirty="0"/>
              <a:t>();</a:t>
            </a:r>
          </a:p>
          <a:p>
            <a:pPr lvl="2"/>
            <a:r>
              <a:rPr lang="es-ES" dirty="0"/>
              <a:t>}</a:t>
            </a:r>
          </a:p>
          <a:p>
            <a:pPr lvl="2"/>
            <a:r>
              <a:rPr lang="es-ES" dirty="0" err="1"/>
              <a:t>pwr.close</a:t>
            </a:r>
            <a:r>
              <a:rPr lang="es-ES" dirty="0"/>
              <a:t>();</a:t>
            </a:r>
          </a:p>
          <a:p>
            <a:pPr lvl="2"/>
            <a:endParaRPr lang="es-ES" dirty="0"/>
          </a:p>
          <a:p>
            <a:pPr lvl="2"/>
            <a:r>
              <a:rPr lang="es-ES" dirty="0"/>
              <a:t>Scanner </a:t>
            </a:r>
            <a:r>
              <a:rPr lang="es-ES" dirty="0" err="1"/>
              <a:t>scn</a:t>
            </a:r>
            <a:r>
              <a:rPr lang="es-ES" dirty="0"/>
              <a:t> = new Scanner(new </a:t>
            </a:r>
            <a:r>
              <a:rPr lang="es-ES" dirty="0" err="1"/>
              <a:t>FileReader</a:t>
            </a:r>
            <a:r>
              <a:rPr lang="es-ES" dirty="0"/>
              <a:t>(</a:t>
            </a:r>
            <a:r>
              <a:rPr lang="es-ES" dirty="0" err="1"/>
              <a:t>nombreFichero</a:t>
            </a:r>
            <a:r>
              <a:rPr lang="es-ES" dirty="0"/>
              <a:t>));</a:t>
            </a:r>
          </a:p>
          <a:p>
            <a:pPr lvl="2"/>
            <a:r>
              <a:rPr lang="es-ES" dirty="0" err="1"/>
              <a:t>while</a:t>
            </a:r>
            <a:r>
              <a:rPr lang="es-ES" dirty="0"/>
              <a:t>(</a:t>
            </a:r>
            <a:r>
              <a:rPr lang="es-ES" dirty="0" err="1"/>
              <a:t>scn.hasNext</a:t>
            </a:r>
            <a:r>
              <a:rPr lang="es-ES" dirty="0"/>
              <a:t>())</a:t>
            </a:r>
          </a:p>
          <a:p>
            <a:pPr lvl="2"/>
            <a:r>
              <a:rPr lang="es-ES" dirty="0"/>
              <a:t>	</a:t>
            </a:r>
            <a:r>
              <a:rPr lang="es-ES" dirty="0" err="1"/>
              <a:t>System.out.println</a:t>
            </a:r>
            <a:r>
              <a:rPr lang="es-ES" dirty="0"/>
              <a:t>("Valor leído: " + </a:t>
            </a:r>
            <a:r>
              <a:rPr lang="es-ES" dirty="0" err="1"/>
              <a:t>scn.nextInt</a:t>
            </a:r>
            <a:r>
              <a:rPr lang="es-ES" dirty="0"/>
              <a:t>());</a:t>
            </a:r>
          </a:p>
          <a:p>
            <a:pPr lvl="2"/>
            <a:r>
              <a:rPr lang="es-ES" dirty="0" err="1"/>
              <a:t>scn.close</a:t>
            </a:r>
            <a:r>
              <a:rPr lang="es-ES" dirty="0"/>
              <a:t>();</a:t>
            </a:r>
          </a:p>
          <a:p>
            <a:pPr lvl="1"/>
            <a:r>
              <a:rPr lang="es-ES" dirty="0"/>
              <a:t>}catch (</a:t>
            </a:r>
            <a:r>
              <a:rPr lang="es-ES" dirty="0" err="1"/>
              <a:t>IOException</a:t>
            </a:r>
            <a:r>
              <a:rPr lang="es-ES" dirty="0"/>
              <a:t> e) { </a:t>
            </a:r>
            <a:r>
              <a:rPr lang="es-ES" dirty="0" err="1"/>
              <a:t>System.out.println</a:t>
            </a:r>
            <a:r>
              <a:rPr lang="es-ES" dirty="0"/>
              <a:t>("Problemas en el fichero"); }</a:t>
            </a:r>
          </a:p>
          <a:p>
            <a:r>
              <a:rPr lang="es-E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209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D85C2-397C-42C3-11FE-F642DB2BD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BE1D4765-8D3B-89FD-F01C-C9540939E436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B25B72CE-A07F-0A1C-1DA5-31EF18DF204B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43A36DAA-ECDA-29B4-D4AA-23FC67DDA7A7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BufferedReader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 -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BufferedWriter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32E61F-A5EA-5980-7531-BDBB7EB6F10C}"/>
              </a:ext>
            </a:extLst>
          </p:cNvPr>
          <p:cNvSpPr txBox="1"/>
          <p:nvPr/>
        </p:nvSpPr>
        <p:spPr>
          <a:xfrm>
            <a:off x="195964" y="1616943"/>
            <a:ext cx="5393306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ES" sz="3200" b="1" dirty="0" err="1"/>
              <a:t>BufferedReader</a:t>
            </a:r>
            <a:endParaRPr lang="es-E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Lee </a:t>
            </a:r>
            <a:r>
              <a:rPr lang="es-ES" sz="2400" b="1" dirty="0"/>
              <a:t>texto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Usa </a:t>
            </a:r>
            <a:r>
              <a:rPr lang="es-ES" sz="2400" b="1" dirty="0"/>
              <a:t>buffer interno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Permite leer </a:t>
            </a:r>
            <a:r>
              <a:rPr lang="es-ES" sz="2400" b="1" dirty="0"/>
              <a:t>líneas completas</a:t>
            </a:r>
            <a:endParaRPr lang="es-ES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5D63C9-7DBB-BF30-540F-AC53FC8F7109}"/>
              </a:ext>
            </a:extLst>
          </p:cNvPr>
          <p:cNvSpPr txBox="1"/>
          <p:nvPr/>
        </p:nvSpPr>
        <p:spPr>
          <a:xfrm>
            <a:off x="6072600" y="1628507"/>
            <a:ext cx="5900036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s-ES"/>
            </a:defPPr>
            <a:lvl1pPr>
              <a:defRPr sz="3200" b="1"/>
            </a:lvl1pPr>
          </a:lstStyle>
          <a:p>
            <a:r>
              <a:rPr lang="es-ES" dirty="0" err="1"/>
              <a:t>BufferedWriter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0" dirty="0"/>
              <a:t>Escribe texto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0" dirty="0"/>
              <a:t>Usa buffer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0" dirty="0"/>
              <a:t>Permite escribir de forma eficiente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7BDA0B-FFC5-80A8-B23F-3ECE9DBC000A}"/>
              </a:ext>
            </a:extLst>
          </p:cNvPr>
          <p:cNvSpPr txBox="1"/>
          <p:nvPr/>
        </p:nvSpPr>
        <p:spPr>
          <a:xfrm>
            <a:off x="195964" y="3637330"/>
            <a:ext cx="5393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FileReader</a:t>
            </a:r>
            <a:r>
              <a:rPr lang="es-ES" dirty="0"/>
              <a:t> → acceso al fichero</a:t>
            </a:r>
          </a:p>
          <a:p>
            <a:r>
              <a:rPr lang="es-ES" dirty="0" err="1"/>
              <a:t>BufferedReader</a:t>
            </a:r>
            <a:r>
              <a:rPr lang="es-ES" dirty="0"/>
              <a:t> → lo hace rápido y usable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8AC58A-D46B-C693-73E3-89EC61E95959}"/>
              </a:ext>
            </a:extLst>
          </p:cNvPr>
          <p:cNvSpPr txBox="1"/>
          <p:nvPr/>
        </p:nvSpPr>
        <p:spPr>
          <a:xfrm>
            <a:off x="6072600" y="3637329"/>
            <a:ext cx="6103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FileWriter</a:t>
            </a:r>
            <a:r>
              <a:rPr lang="es-ES" dirty="0"/>
              <a:t> → escritura básica</a:t>
            </a:r>
          </a:p>
          <a:p>
            <a:r>
              <a:rPr lang="es-ES" dirty="0" err="1"/>
              <a:t>BufferedWriter</a:t>
            </a:r>
            <a:r>
              <a:rPr lang="es-ES" dirty="0"/>
              <a:t> → mejora rendimiento + control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2DD87D7-DD7E-5DC6-2440-57B61D357288}"/>
              </a:ext>
            </a:extLst>
          </p:cNvPr>
          <p:cNvSpPr txBox="1"/>
          <p:nvPr/>
        </p:nvSpPr>
        <p:spPr>
          <a:xfrm>
            <a:off x="207664" y="4721661"/>
            <a:ext cx="1177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BufferedReader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BufferedReader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(new 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FileReader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archivo.txt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"));</a:t>
            </a:r>
          </a:p>
          <a:p>
            <a:endParaRPr lang="es-E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BufferedWriter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bw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BufferedWriter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(new 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FileWriter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archivo.txt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"));</a:t>
            </a:r>
          </a:p>
        </p:txBody>
      </p:sp>
    </p:spTree>
    <p:extLst>
      <p:ext uri="{BB962C8B-B14F-4D97-AF65-F5344CB8AC3E}">
        <p14:creationId xmlns:p14="http://schemas.microsoft.com/office/powerpoint/2010/main" val="4151151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61BF-9F5C-DB6F-C23C-B0F35CD8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09D758C1-22AD-4A3A-FBC8-9E43ACBEB7C4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0C2B302F-35CC-715B-DD3E-B1E95F93D5CF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34CF347B-7BC2-0324-C759-6B95F7712EB4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BufferedReader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 -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BufferedWriter</a:t>
            </a:r>
            <a:endParaRPr lang="es-ES" sz="4000" b="0" strike="noStrike" spc="-1" dirty="0">
              <a:latin typeface="Calibri"/>
            </a:endParaRPr>
          </a:p>
        </p:txBody>
      </p:sp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663DFB5D-B506-4C52-9121-BFCF8D7BE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80" y="1338119"/>
            <a:ext cx="10750500" cy="527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70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EADA-7AF5-A254-7C6A-23432A285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E88C935E-EE3B-7A72-0A1D-6FF46AFA8F0C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088C954C-C625-ECA3-46D2-B807EF3633FC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73584BFA-20AE-8121-8573-1AB1D3319130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Escritura con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BufferedWriter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54A024-9836-EB1A-97BC-A666BAE8F47C}"/>
              </a:ext>
            </a:extLst>
          </p:cNvPr>
          <p:cNvSpPr txBox="1"/>
          <p:nvPr/>
        </p:nvSpPr>
        <p:spPr>
          <a:xfrm>
            <a:off x="400050" y="1477800"/>
            <a:ext cx="108127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public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static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void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crearLineas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String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nombreFichero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int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numLineas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 {</a:t>
            </a:r>
          </a:p>
          <a:p>
            <a:pPr>
              <a:buNone/>
            </a:pPr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try {</a:t>
            </a: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FileWriter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fw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= new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FileWriter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nombreFichero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</a:p>
          <a:p>
            <a:pPr lvl="2"/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BufferedWriter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bw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 = new </a:t>
            </a:r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BufferedWriter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(</a:t>
            </a:r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fw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)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  <a:endParaRPr lang="es-ES" dirty="0">
              <a:solidFill>
                <a:srgbClr val="990000"/>
              </a:solidFill>
              <a:effectLst/>
              <a:latin typeface="Helvetica" pitchFamily="2" charset="0"/>
            </a:endParaRP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for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int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i = 1; i &lt;=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numLineas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 i++) {</a:t>
            </a:r>
          </a:p>
          <a:p>
            <a:pPr lvl="3"/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bw.write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"Esta es la línea " 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+ i);</a:t>
            </a:r>
            <a:endParaRPr lang="es-ES" dirty="0">
              <a:solidFill>
                <a:srgbClr val="008181"/>
              </a:solidFill>
              <a:effectLst/>
              <a:latin typeface="Helvetica" pitchFamily="2" charset="0"/>
            </a:endParaRPr>
          </a:p>
          <a:p>
            <a:pPr lvl="3"/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bw.newLine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()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  <a:endParaRPr lang="es-ES" dirty="0">
              <a:solidFill>
                <a:srgbClr val="990000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	}</a:t>
            </a:r>
          </a:p>
          <a:p>
            <a:pPr lvl="2"/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//al cerrar el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BufferedWriter</a:t>
            </a:r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 se cierra también el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FileWriter</a:t>
            </a:r>
            <a:endParaRPr lang="es-ES" dirty="0">
              <a:solidFill>
                <a:srgbClr val="6AA94F"/>
              </a:solidFill>
              <a:effectLst/>
              <a:latin typeface="Helvetica" pitchFamily="2" charset="0"/>
            </a:endParaRPr>
          </a:p>
          <a:p>
            <a:pPr lvl="2"/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bw.close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()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  <a:endParaRPr lang="es-ES" dirty="0">
              <a:solidFill>
                <a:srgbClr val="990000"/>
              </a:solidFill>
              <a:effectLst/>
              <a:latin typeface="Helvetica" pitchFamily="2" charset="0"/>
            </a:endParaRP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System.out.println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nombreFichero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+ 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 creado con " 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+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numLineas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+ 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 líneas"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 catch 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IOException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e) {</a:t>
            </a: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	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System.out.println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"Error al crear o escribir en el archivo: " 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+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e.getMessage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());</a:t>
            </a:r>
            <a:endParaRPr lang="es-ES" dirty="0">
              <a:solidFill>
                <a:srgbClr val="008181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</a:t>
            </a:r>
          </a:p>
          <a:p>
            <a:pPr>
              <a:buNone/>
            </a:pP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2617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21CE6-530C-949F-D57C-03D1D762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3C2BC119-5CBC-37F6-1E0F-3BEF28F14ECC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774DD864-BFF3-12AE-553D-3E6FF6653BA2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F64CFF96-D068-ED27-19CF-A52FB87AB80E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Lectura con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BufferedReader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455E3C-B3A2-F774-9C58-7055F7015959}"/>
              </a:ext>
            </a:extLst>
          </p:cNvPr>
          <p:cNvSpPr txBox="1"/>
          <p:nvPr/>
        </p:nvSpPr>
        <p:spPr>
          <a:xfrm>
            <a:off x="438150" y="1170360"/>
            <a:ext cx="113157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public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static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void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contarPalabras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String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nombreArchivo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 {</a:t>
            </a: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try {</a:t>
            </a: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int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palabras = 0;</a:t>
            </a: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FileReader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= new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FileReader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nombreArchivo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</a:p>
          <a:p>
            <a:pPr lvl="2"/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BufferedReader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br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 = new </a:t>
            </a:r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BufferedReader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(</a:t>
            </a:r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fr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)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  <a:endParaRPr lang="es-ES" dirty="0">
              <a:solidFill>
                <a:srgbClr val="990000"/>
              </a:solidFill>
              <a:effectLst/>
              <a:latin typeface="Helvetica" pitchFamily="2" charset="0"/>
            </a:endParaRP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String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linea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</a:p>
          <a:p>
            <a:pPr lvl="2"/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while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((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linea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= </a:t>
            </a:r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br.readLine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()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 !=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null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 {</a:t>
            </a:r>
          </a:p>
          <a:p>
            <a:pPr lvl="3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String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[]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palabrasLinea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=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linea.split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"\\s+"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</a:p>
          <a:p>
            <a:pPr lvl="3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palabras +=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palabrasLinea.length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</a:p>
          <a:p>
            <a:pPr lvl="2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</a:t>
            </a:r>
          </a:p>
          <a:p>
            <a:pPr lvl="2"/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 lvl="2"/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//al cerrar el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BufferedReader</a:t>
            </a:r>
            <a:r>
              <a:rPr lang="es-ES" dirty="0">
                <a:solidFill>
                  <a:srgbClr val="6AA94F"/>
                </a:solidFill>
                <a:effectLst/>
                <a:latin typeface="Helvetica" pitchFamily="2" charset="0"/>
              </a:rPr>
              <a:t> se cierra también el </a:t>
            </a:r>
            <a:r>
              <a:rPr lang="es-ES" dirty="0" err="1">
                <a:solidFill>
                  <a:srgbClr val="6AA94F"/>
                </a:solidFill>
                <a:effectLst/>
                <a:latin typeface="Helvetica" pitchFamily="2" charset="0"/>
              </a:rPr>
              <a:t>FileReader</a:t>
            </a:r>
            <a:endParaRPr lang="es-ES" dirty="0">
              <a:solidFill>
                <a:srgbClr val="6AA94F"/>
              </a:solidFill>
              <a:effectLst/>
              <a:latin typeface="Helvetica" pitchFamily="2" charset="0"/>
            </a:endParaRPr>
          </a:p>
          <a:p>
            <a:pPr lvl="2"/>
            <a:r>
              <a:rPr lang="es-ES" dirty="0" err="1">
                <a:solidFill>
                  <a:srgbClr val="990000"/>
                </a:solidFill>
                <a:effectLst/>
                <a:latin typeface="Helvetica" pitchFamily="2" charset="0"/>
              </a:rPr>
              <a:t>br.close</a:t>
            </a:r>
            <a:r>
              <a:rPr lang="es-ES" dirty="0">
                <a:solidFill>
                  <a:srgbClr val="990000"/>
                </a:solidFill>
                <a:effectLst/>
                <a:latin typeface="Helvetica" pitchFamily="2" charset="0"/>
              </a:rPr>
              <a:t>()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;</a:t>
            </a:r>
            <a:endParaRPr lang="es-ES" dirty="0">
              <a:solidFill>
                <a:srgbClr val="990000"/>
              </a:solidFill>
              <a:effectLst/>
              <a:latin typeface="Helvetica" pitchFamily="2" charset="0"/>
            </a:endParaRPr>
          </a:p>
          <a:p>
            <a:pPr lvl="2"/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System.out.println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nombreArchivo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+ 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 contiene " 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+ palabras + 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 palabras"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);</a:t>
            </a:r>
          </a:p>
          <a:p>
            <a:pPr lvl="2"/>
            <a:endParaRPr lang="es-ES" dirty="0">
              <a:solidFill>
                <a:srgbClr val="0C343D"/>
              </a:solidFill>
              <a:effectLst/>
              <a:latin typeface="Helvetica" pitchFamily="2" charset="0"/>
            </a:endParaRP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 catch (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IOException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 e) {</a:t>
            </a: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	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System.out.println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</a:t>
            </a:r>
            <a:r>
              <a:rPr lang="es-ES" dirty="0">
                <a:solidFill>
                  <a:srgbClr val="008181"/>
                </a:solidFill>
                <a:effectLst/>
                <a:latin typeface="Helvetica" pitchFamily="2" charset="0"/>
              </a:rPr>
              <a:t>"Error al leer el archivo: " 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+ </a:t>
            </a:r>
            <a:r>
              <a:rPr lang="es-ES" dirty="0" err="1">
                <a:solidFill>
                  <a:srgbClr val="0C343D"/>
                </a:solidFill>
                <a:effectLst/>
                <a:latin typeface="Helvetica" pitchFamily="2" charset="0"/>
              </a:rPr>
              <a:t>e.getMessage</a:t>
            </a: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());</a:t>
            </a:r>
          </a:p>
          <a:p>
            <a:pPr lvl="1"/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</a:t>
            </a:r>
          </a:p>
          <a:p>
            <a:pPr>
              <a:buNone/>
            </a:pPr>
            <a:r>
              <a:rPr lang="es-ES" dirty="0">
                <a:solidFill>
                  <a:srgbClr val="0C343D"/>
                </a:solidFill>
                <a:effectLst/>
                <a:latin typeface="Helvetica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3995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A1836-BCD1-5704-19E1-D87705DA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652D1967-2CA6-DE4B-5257-3431EFD1AEF6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3EB91524-4316-FE55-6BD7-A042614802B8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E9F3BBE0-2A57-5AD0-631A-0231C70B7B0C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Ejercicios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7A81959-DEA2-EB2C-FCD2-4090E2DAC3A5}"/>
              </a:ext>
            </a:extLst>
          </p:cNvPr>
          <p:cNvSpPr txBox="1"/>
          <p:nvPr/>
        </p:nvSpPr>
        <p:spPr>
          <a:xfrm>
            <a:off x="290880" y="1170360"/>
            <a:ext cx="88531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000" b="1" dirty="0"/>
              <a:t>Ejercicio 1: Escribir un fichero</a:t>
            </a:r>
          </a:p>
          <a:p>
            <a:pPr lvl="1"/>
            <a:r>
              <a:rPr lang="es-ES" sz="1600" b="1" dirty="0"/>
              <a:t>Objetivo:</a:t>
            </a:r>
            <a:r>
              <a:rPr lang="es-ES" sz="1600" dirty="0"/>
              <a:t> usar </a:t>
            </a:r>
            <a:r>
              <a:rPr lang="es-ES" sz="1600" dirty="0" err="1">
                <a:latin typeface="Courier New" panose="02070309020205020404" pitchFamily="49" charset="0"/>
              </a:rPr>
              <a:t>BufferedWriter</a:t>
            </a:r>
            <a:endParaRPr lang="es-ES" sz="1600" dirty="0"/>
          </a:p>
          <a:p>
            <a:pPr lvl="1"/>
            <a:r>
              <a:rPr lang="es-ES" sz="1600" b="1" dirty="0"/>
              <a:t>Enunciado:</a:t>
            </a:r>
            <a:endParaRPr lang="es-ES" sz="1600" dirty="0"/>
          </a:p>
          <a:p>
            <a:pPr lvl="1"/>
            <a:r>
              <a:rPr lang="es-ES" sz="1600" dirty="0"/>
              <a:t>Crea un programa que genere un fichero llamado </a:t>
            </a:r>
            <a:r>
              <a:rPr lang="es-ES" sz="1600" dirty="0" err="1">
                <a:latin typeface="Courier New" panose="02070309020205020404" pitchFamily="49" charset="0"/>
              </a:rPr>
              <a:t>saludo.txt</a:t>
            </a:r>
            <a:r>
              <a:rPr lang="es-ES" sz="1600" dirty="0"/>
              <a:t> y escriba:</a:t>
            </a:r>
          </a:p>
          <a:p>
            <a:pPr lvl="2"/>
            <a:r>
              <a:rPr lang="es-ES" sz="1600" dirty="0">
                <a:latin typeface="Courier New" panose="02070309020205020404" pitchFamily="49" charset="0"/>
              </a:rPr>
              <a:t>Hola</a:t>
            </a:r>
            <a:br>
              <a:rPr lang="es-ES" sz="1600" dirty="0">
                <a:latin typeface="Courier New" panose="02070309020205020404" pitchFamily="49" charset="0"/>
              </a:rPr>
            </a:br>
            <a:r>
              <a:rPr lang="es-ES" sz="1600" dirty="0">
                <a:latin typeface="Courier New" panose="02070309020205020404" pitchFamily="49" charset="0"/>
              </a:rPr>
              <a:t>Esto es PSP</a:t>
            </a:r>
            <a:br>
              <a:rPr lang="es-ES" sz="1600" dirty="0">
                <a:latin typeface="Courier New" panose="02070309020205020404" pitchFamily="49" charset="0"/>
              </a:rPr>
            </a:br>
            <a:r>
              <a:rPr lang="es-ES" sz="1600" dirty="0">
                <a:latin typeface="Courier New" panose="02070309020205020404" pitchFamily="49" charset="0"/>
              </a:rPr>
              <a:t>Fin del fichero</a:t>
            </a:r>
          </a:p>
          <a:p>
            <a:pPr lvl="1"/>
            <a:r>
              <a:rPr lang="es-ES" sz="1600" b="1" dirty="0"/>
              <a:t>Requisitos:</a:t>
            </a: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Usar </a:t>
            </a:r>
            <a:r>
              <a:rPr lang="es-ES" sz="1600" dirty="0" err="1">
                <a:latin typeface="Courier New" panose="02070309020205020404" pitchFamily="49" charset="0"/>
              </a:rPr>
              <a:t>BufferedWriter</a:t>
            </a: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Usar </a:t>
            </a:r>
            <a:r>
              <a:rPr lang="es-ES" sz="1600" dirty="0" err="1">
                <a:latin typeface="Courier New" panose="02070309020205020404" pitchFamily="49" charset="0"/>
              </a:rPr>
              <a:t>newLine</a:t>
            </a:r>
            <a:r>
              <a:rPr lang="es-ES" sz="1600" dirty="0">
                <a:latin typeface="Courier New" panose="02070309020205020404" pitchFamily="49" charset="0"/>
              </a:rPr>
              <a:t>()</a:t>
            </a:r>
            <a:endParaRPr lang="es-ES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328BE-4BDE-9AB1-D010-9EBFDCFAEE37}"/>
              </a:ext>
            </a:extLst>
          </p:cNvPr>
          <p:cNvSpPr txBox="1"/>
          <p:nvPr/>
        </p:nvSpPr>
        <p:spPr>
          <a:xfrm>
            <a:off x="290880" y="4153114"/>
            <a:ext cx="845307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000" b="1" dirty="0"/>
              <a:t>Ejercicio 2: Leer un fichero</a:t>
            </a:r>
          </a:p>
          <a:p>
            <a:pPr lvl="1"/>
            <a:r>
              <a:rPr lang="es-ES" b="1" dirty="0"/>
              <a:t>Objetivo:</a:t>
            </a:r>
            <a:r>
              <a:rPr lang="es-ES" dirty="0"/>
              <a:t> usar </a:t>
            </a:r>
            <a:r>
              <a:rPr lang="es-ES" dirty="0" err="1">
                <a:latin typeface="Courier New" panose="02070309020205020404" pitchFamily="49" charset="0"/>
              </a:rPr>
              <a:t>BufferedReader</a:t>
            </a:r>
            <a:endParaRPr lang="es-ES" dirty="0"/>
          </a:p>
          <a:p>
            <a:pPr lvl="1"/>
            <a:r>
              <a:rPr lang="es-ES" b="1" dirty="0"/>
              <a:t>Enunciado:</a:t>
            </a:r>
            <a:endParaRPr lang="es-ES" dirty="0"/>
          </a:p>
          <a:p>
            <a:pPr lvl="1"/>
            <a:r>
              <a:rPr lang="es-ES" dirty="0"/>
              <a:t>Leer el fichero </a:t>
            </a:r>
            <a:r>
              <a:rPr lang="es-ES" dirty="0" err="1">
                <a:latin typeface="Courier New" panose="02070309020205020404" pitchFamily="49" charset="0"/>
              </a:rPr>
              <a:t>saludo.txt</a:t>
            </a:r>
            <a:r>
              <a:rPr lang="es-ES" dirty="0"/>
              <a:t> y mostrar su contenido por pantalla.</a:t>
            </a:r>
          </a:p>
          <a:p>
            <a:pPr lvl="1"/>
            <a:r>
              <a:rPr lang="es-ES" b="1" dirty="0"/>
              <a:t>Requisitos: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Usar </a:t>
            </a:r>
            <a:r>
              <a:rPr lang="es-ES" dirty="0" err="1">
                <a:latin typeface="Courier New" panose="02070309020205020404" pitchFamily="49" charset="0"/>
              </a:rPr>
              <a:t>readLine</a:t>
            </a:r>
            <a:r>
              <a:rPr lang="es-ES" dirty="0">
                <a:latin typeface="Courier New" panose="02070309020205020404" pitchFamily="49" charset="0"/>
              </a:rPr>
              <a:t>()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Usar bucle </a:t>
            </a:r>
            <a:r>
              <a:rPr lang="es-ES" dirty="0" err="1">
                <a:latin typeface="Courier New" panose="02070309020205020404" pitchFamily="49" charset="0"/>
              </a:rPr>
              <a:t>while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2022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A8D9-D9EA-815D-D832-D865BA01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30F25EF9-5128-8BEC-4D5B-922670265EA9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B168919F-2337-C153-6D15-3CF6ADB3221A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E28662EE-C0E6-E1AC-28A1-594AD9CDA05A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Ejercicios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0860AA-F3B1-65B6-9E84-C90EEE3EE404}"/>
              </a:ext>
            </a:extLst>
          </p:cNvPr>
          <p:cNvSpPr txBox="1"/>
          <p:nvPr/>
        </p:nvSpPr>
        <p:spPr>
          <a:xfrm>
            <a:off x="362520" y="1338480"/>
            <a:ext cx="107703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Ejercicio 3: Contador de líneas</a:t>
            </a:r>
          </a:p>
          <a:p>
            <a:pPr>
              <a:buNone/>
            </a:pPr>
            <a:r>
              <a:rPr lang="es-ES" b="1" dirty="0"/>
              <a:t>Enunciado:</a:t>
            </a:r>
            <a:endParaRPr lang="es-ES" dirty="0"/>
          </a:p>
          <a:p>
            <a:pPr>
              <a:buNone/>
            </a:pPr>
            <a:r>
              <a:rPr lang="es-ES" dirty="0"/>
              <a:t>Leer un fichero y mostrar:</a:t>
            </a:r>
          </a:p>
          <a:p>
            <a:pPr rtl="0">
              <a:buNone/>
            </a:pPr>
            <a:r>
              <a:rPr lang="es-ES" dirty="0">
                <a:latin typeface="Courier New" panose="02070309020205020404" pitchFamily="49" charset="0"/>
              </a:rPr>
              <a:t>Línea 1: Hola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Línea 2: Esto es PSP</a:t>
            </a: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Línea 3: Fin del fichero</a:t>
            </a:r>
            <a:br>
              <a:rPr lang="es-ES" dirty="0">
                <a:latin typeface="Courier New" panose="02070309020205020404" pitchFamily="49" charset="0"/>
              </a:rPr>
            </a:br>
            <a:br>
              <a:rPr lang="es-ES" dirty="0">
                <a:latin typeface="Courier New" panose="02070309020205020404" pitchFamily="49" charset="0"/>
              </a:rPr>
            </a:br>
            <a:r>
              <a:rPr lang="es-ES" dirty="0">
                <a:latin typeface="Courier New" panose="02070309020205020404" pitchFamily="49" charset="0"/>
              </a:rPr>
              <a:t>Total líneas: 3</a:t>
            </a:r>
          </a:p>
          <a:p>
            <a:pPr>
              <a:buNone/>
            </a:pPr>
            <a:r>
              <a:rPr lang="es-ES" b="1" dirty="0"/>
              <a:t>Objetivo: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Control de contador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Manejo de </a:t>
            </a:r>
            <a:r>
              <a:rPr lang="es-ES" dirty="0" err="1">
                <a:latin typeface="Courier New" panose="02070309020205020404" pitchFamily="49" charset="0"/>
              </a:rPr>
              <a:t>readLine</a:t>
            </a:r>
            <a:r>
              <a:rPr lang="es-ES" dirty="0">
                <a:latin typeface="Courier New" panose="02070309020205020404" pitchFamily="49" charset="0"/>
              </a:rPr>
              <a:t>()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4297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5009-F4AF-A0EC-7DB3-468C096F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ED44D914-1D94-E477-FEB2-A2B9ED545947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D355B05A-9FDC-2484-2C8D-1C4535FD045E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7CF56636-F2A5-06C5-EF9D-624E8FBAFD88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Ejercicios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147AB42-5D56-A88C-154F-10FB110C9A5A}"/>
              </a:ext>
            </a:extLst>
          </p:cNvPr>
          <p:cNvSpPr txBox="1"/>
          <p:nvPr/>
        </p:nvSpPr>
        <p:spPr>
          <a:xfrm>
            <a:off x="290880" y="1338480"/>
            <a:ext cx="1020186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Ejercicio 4: Copia de fichero</a:t>
            </a:r>
          </a:p>
          <a:p>
            <a:pPr lvl="1"/>
            <a:r>
              <a:rPr lang="es-ES" b="1" dirty="0"/>
              <a:t>Enunciado:</a:t>
            </a:r>
            <a:endParaRPr lang="es-ES" dirty="0"/>
          </a:p>
          <a:p>
            <a:pPr lvl="1"/>
            <a:r>
              <a:rPr lang="es-ES" dirty="0"/>
              <a:t>Copiar el contenido de </a:t>
            </a:r>
            <a:r>
              <a:rPr lang="es-ES" dirty="0" err="1">
                <a:latin typeface="Courier New" panose="02070309020205020404" pitchFamily="49" charset="0"/>
              </a:rPr>
              <a:t>entrada.txt</a:t>
            </a:r>
            <a:r>
              <a:rPr lang="es-ES" dirty="0"/>
              <a:t> a </a:t>
            </a:r>
            <a:r>
              <a:rPr lang="es-ES" dirty="0" err="1">
                <a:latin typeface="Courier New" panose="02070309020205020404" pitchFamily="49" charset="0"/>
              </a:rPr>
              <a:t>salida.txt</a:t>
            </a:r>
            <a:endParaRPr lang="es-ES" dirty="0"/>
          </a:p>
          <a:p>
            <a:pPr lvl="1"/>
            <a:r>
              <a:rPr lang="es-ES" b="1" dirty="0"/>
              <a:t>Requisitos: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Usar </a:t>
            </a:r>
            <a:r>
              <a:rPr lang="es-ES" dirty="0" err="1">
                <a:latin typeface="Courier New" panose="02070309020205020404" pitchFamily="49" charset="0"/>
              </a:rPr>
              <a:t>BufferedReader</a:t>
            </a:r>
            <a:r>
              <a:rPr lang="es-ES" dirty="0"/>
              <a:t> y </a:t>
            </a:r>
            <a:r>
              <a:rPr lang="es-ES" dirty="0" err="1">
                <a:latin typeface="Courier New" panose="02070309020205020404" pitchFamily="49" charset="0"/>
              </a:rPr>
              <a:t>BufferedWriter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Mantener saltos de línea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22F7E3-9456-347C-5B7B-59416EF5837A}"/>
              </a:ext>
            </a:extLst>
          </p:cNvPr>
          <p:cNvSpPr txBox="1"/>
          <p:nvPr/>
        </p:nvSpPr>
        <p:spPr>
          <a:xfrm>
            <a:off x="290880" y="3611306"/>
            <a:ext cx="100173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Ejercicio 5: Pasar a mayúsculas</a:t>
            </a:r>
          </a:p>
          <a:p>
            <a:pPr lvl="1"/>
            <a:r>
              <a:rPr lang="es-ES" b="1" dirty="0"/>
              <a:t>Enunciado:</a:t>
            </a:r>
            <a:endParaRPr lang="es-ES" dirty="0"/>
          </a:p>
          <a:p>
            <a:pPr lvl="1"/>
            <a:r>
              <a:rPr lang="es-ES" dirty="0"/>
              <a:t>Leer un fichero y crear otro donde todo el texto esté en mayúsculas.</a:t>
            </a:r>
          </a:p>
        </p:txBody>
      </p:sp>
    </p:spTree>
    <p:extLst>
      <p:ext uri="{BB962C8B-B14F-4D97-AF65-F5344CB8AC3E}">
        <p14:creationId xmlns:p14="http://schemas.microsoft.com/office/powerpoint/2010/main" val="729967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5DF8-F8CA-5783-D82D-29CD5502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12CDEB5C-1F0E-FFB9-C293-E35A45662306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CD296045-155B-1C7A-F625-772DA660EE41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A4A33040-DF23-F82F-CFAB-72E5594205DA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Cuándo usar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streams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 de bytes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10E2C2-22F3-DEAB-8124-7CEE96F9B3F3}"/>
              </a:ext>
            </a:extLst>
          </p:cNvPr>
          <p:cNvSpPr txBox="1"/>
          <p:nvPr/>
        </p:nvSpPr>
        <p:spPr>
          <a:xfrm>
            <a:off x="292125" y="1253873"/>
            <a:ext cx="1160775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Se usan cuando trabajamos con datos que </a:t>
            </a:r>
            <a:r>
              <a:rPr lang="es-ES" sz="2400" b="1" dirty="0"/>
              <a:t>no son texto plano</a:t>
            </a:r>
            <a:r>
              <a:rPr lang="es-ES" sz="2400" dirty="0"/>
              <a:t> o cuando queremos tratar el contenido a bajo nivel.</a:t>
            </a:r>
          </a:p>
          <a:p>
            <a:endParaRPr lang="es-ES" sz="2400" dirty="0"/>
          </a:p>
          <a:p>
            <a:r>
              <a:rPr lang="es-ES" sz="2400" dirty="0"/>
              <a:t>Ejemplos típicos: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.</a:t>
            </a:r>
            <a:r>
              <a:rPr lang="es-ES" sz="2400" dirty="0" err="1"/>
              <a:t>jpg</a:t>
            </a:r>
            <a:endParaRPr lang="es-E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.png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.</a:t>
            </a:r>
            <a:r>
              <a:rPr lang="es-ES" sz="2400" dirty="0" err="1"/>
              <a:t>pdf</a:t>
            </a:r>
            <a:endParaRPr lang="es-E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.zip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.mp3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.</a:t>
            </a:r>
            <a:r>
              <a:rPr lang="es-ES" sz="2400" dirty="0" err="1"/>
              <a:t>dat</a:t>
            </a:r>
            <a:endParaRPr lang="es-E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datos enviados por socket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datos cifrados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597164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585C3-9AE4-C172-C338-3F7905CBF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56C563FE-BF45-BAFD-254E-9EDB2BC14AD7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FCF32BBD-FAD6-F496-00F5-D51C707540E2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635FB2D7-02E4-2CFD-B90D-2F4CC0C07592}"/>
              </a:ext>
            </a:extLst>
          </p:cNvPr>
          <p:cNvSpPr/>
          <p:nvPr/>
        </p:nvSpPr>
        <p:spPr>
          <a:xfrm>
            <a:off x="290880" y="470520"/>
            <a:ext cx="1128771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Clases más importantes para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streams</a:t>
            </a:r>
            <a:r>
              <a:rPr lang="es-ES" sz="4000" b="1" strike="noStrike" spc="-1" dirty="0">
                <a:solidFill>
                  <a:srgbClr val="203864"/>
                </a:solidFill>
                <a:latin typeface="Arial"/>
              </a:rPr>
              <a:t> bytes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8E2B6C-CF44-4296-272E-B776D39F10CF}"/>
              </a:ext>
            </a:extLst>
          </p:cNvPr>
          <p:cNvSpPr txBox="1"/>
          <p:nvPr/>
        </p:nvSpPr>
        <p:spPr>
          <a:xfrm>
            <a:off x="292125" y="1253873"/>
            <a:ext cx="1160775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 err="1"/>
              <a:t>Streams</a:t>
            </a:r>
            <a:r>
              <a:rPr lang="es-ES" sz="3200" b="1" dirty="0"/>
              <a:t> básicos de fichero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FileInputStream</a:t>
            </a:r>
            <a:endParaRPr lang="es-E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FileOutputStream</a:t>
            </a: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3200" dirty="0"/>
          </a:p>
          <a:p>
            <a:r>
              <a:rPr lang="es-ES" sz="3200" b="1" dirty="0" err="1"/>
              <a:t>Streams</a:t>
            </a:r>
            <a:r>
              <a:rPr lang="es-ES" sz="3200" b="1" dirty="0"/>
              <a:t> con 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BufferedInputStream</a:t>
            </a:r>
            <a:endParaRPr lang="es-E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BufferedOutputStream</a:t>
            </a: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3200" dirty="0"/>
          </a:p>
          <a:p>
            <a:r>
              <a:rPr lang="es-ES" sz="3200" b="1" dirty="0" err="1"/>
              <a:t>Streams</a:t>
            </a:r>
            <a:r>
              <a:rPr lang="es-ES" sz="3200" b="1" dirty="0"/>
              <a:t> para tipos primitivos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DataInputStream</a:t>
            </a:r>
            <a:endParaRPr lang="es-E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DataOutputStream</a:t>
            </a:r>
            <a:endParaRPr lang="es-ES" sz="3200" dirty="0"/>
          </a:p>
          <a:p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148629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86B68-F194-3B95-41E2-E0C4BD63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B64AA167-F6E7-CFDA-B5E3-224E5B02E222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52CE949B-E1C1-3237-0F16-8C8F9B7B253D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D2B99ECF-14DC-C9BD-AEEB-61FA938D997F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FileInputStream</a:t>
            </a:r>
            <a:r>
              <a:rPr lang="es-ES" sz="4000" b="1" spc="-1" dirty="0">
                <a:solidFill>
                  <a:srgbClr val="203864"/>
                </a:solidFill>
                <a:latin typeface="Arial"/>
              </a:rPr>
              <a:t> -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FileOutputStream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494C3F-9ACE-21EE-FBEC-192195B40B19}"/>
              </a:ext>
            </a:extLst>
          </p:cNvPr>
          <p:cNvSpPr txBox="1"/>
          <p:nvPr/>
        </p:nvSpPr>
        <p:spPr>
          <a:xfrm>
            <a:off x="290880" y="117036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Son los más básicos para leer y escribir bytes en fichero.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C249107-CDBB-20FA-073B-B30B257F6BB7}"/>
              </a:ext>
            </a:extLst>
          </p:cNvPr>
          <p:cNvSpPr txBox="1"/>
          <p:nvPr/>
        </p:nvSpPr>
        <p:spPr>
          <a:xfrm>
            <a:off x="290880" y="1924743"/>
            <a:ext cx="566415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CopiarByteAByte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endParaRPr lang="es-E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[]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endParaRPr lang="es-E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FileInputStream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fis =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FileOutputStream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fos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s-E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try {</a:t>
            </a: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fis = new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FileInputStream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origen.jpg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fos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FileOutputStream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copia.jpg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endParaRPr lang="es-E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dato;</a:t>
            </a:r>
          </a:p>
          <a:p>
            <a:endParaRPr lang="es-E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((dato =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fis.read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()) != -1) {</a:t>
            </a: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fos.write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(dato);</a:t>
            </a: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endParaRPr lang="es-E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} catch (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</a:p>
          <a:p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s-E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e.printStackTrace</a:t>
            </a:r>
            <a:r>
              <a:rPr lang="es-ES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BB3104-BC14-3ECC-5DCF-205CE3056873}"/>
              </a:ext>
            </a:extLst>
          </p:cNvPr>
          <p:cNvSpPr txBox="1"/>
          <p:nvPr/>
        </p:nvSpPr>
        <p:spPr>
          <a:xfrm>
            <a:off x="6755130" y="1924743"/>
            <a:ext cx="506349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finally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try {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(fis !=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fis.close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}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} catch (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e.printStackTrace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endParaRPr lang="es-E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try {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fos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fos.close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}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} catch (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s-E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e.printStackTrace</a:t>
            </a:r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s-ES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9402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902CA-6CBC-E9B3-BAE8-55A04499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adroTexto 3">
            <a:extLst>
              <a:ext uri="{FF2B5EF4-FFF2-40B4-BE49-F238E27FC236}">
                <a16:creationId xmlns:a16="http://schemas.microsoft.com/office/drawing/2014/main" id="{159456BD-FA40-8680-65C3-2A4D2E28563A}"/>
              </a:ext>
            </a:extLst>
          </p:cNvPr>
          <p:cNvSpPr/>
          <p:nvPr/>
        </p:nvSpPr>
        <p:spPr>
          <a:xfrm>
            <a:off x="10440" y="-1080"/>
            <a:ext cx="1029780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strike="noStrike" spc="-1" dirty="0">
                <a:solidFill>
                  <a:srgbClr val="203864"/>
                </a:solidFill>
                <a:latin typeface="Arial"/>
              </a:rPr>
              <a:t>Flujos de datos</a:t>
            </a:r>
            <a:endParaRPr lang="es-ES" sz="1400" b="0" strike="noStrike" spc="-1" dirty="0">
              <a:latin typeface="Calibri"/>
            </a:endParaRPr>
          </a:p>
        </p:txBody>
      </p:sp>
      <p:sp>
        <p:nvSpPr>
          <p:cNvPr id="96" name="Conector recto de flecha 6">
            <a:extLst>
              <a:ext uri="{FF2B5EF4-FFF2-40B4-BE49-F238E27FC236}">
                <a16:creationId xmlns:a16="http://schemas.microsoft.com/office/drawing/2014/main" id="{4523D855-A19C-58AB-03B5-4893A8041DFF}"/>
              </a:ext>
            </a:extLst>
          </p:cNvPr>
          <p:cNvSpPr/>
          <p:nvPr/>
        </p:nvSpPr>
        <p:spPr>
          <a:xfrm flipH="1">
            <a:off x="4460760" y="162720"/>
            <a:ext cx="771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adroTexto 8">
            <a:extLst>
              <a:ext uri="{FF2B5EF4-FFF2-40B4-BE49-F238E27FC236}">
                <a16:creationId xmlns:a16="http://schemas.microsoft.com/office/drawing/2014/main" id="{A3E5D2A3-3D8B-5784-02B0-D6E35F887099}"/>
              </a:ext>
            </a:extLst>
          </p:cNvPr>
          <p:cNvSpPr/>
          <p:nvPr/>
        </p:nvSpPr>
        <p:spPr>
          <a:xfrm>
            <a:off x="290880" y="470520"/>
            <a:ext cx="10297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FileInputStream</a:t>
            </a:r>
            <a:r>
              <a:rPr lang="es-ES" sz="4000" b="1" spc="-1" dirty="0">
                <a:solidFill>
                  <a:srgbClr val="203864"/>
                </a:solidFill>
                <a:latin typeface="Arial"/>
              </a:rPr>
              <a:t> - </a:t>
            </a:r>
            <a:r>
              <a:rPr lang="es-ES" sz="4000" b="1" strike="noStrike" spc="-1" dirty="0" err="1">
                <a:solidFill>
                  <a:srgbClr val="203864"/>
                </a:solidFill>
                <a:latin typeface="Arial"/>
              </a:rPr>
              <a:t>FileOutputStream</a:t>
            </a:r>
            <a:endParaRPr lang="es-ES" sz="4000" b="0" strike="noStrike" spc="-1" dirty="0">
              <a:latin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B6EBAE-1435-0540-AE68-8A6CF346E3FF}"/>
              </a:ext>
            </a:extLst>
          </p:cNvPr>
          <p:cNvSpPr txBox="1"/>
          <p:nvPr/>
        </p:nvSpPr>
        <p:spPr>
          <a:xfrm>
            <a:off x="400050" y="1338480"/>
            <a:ext cx="1046988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Qué devuelve </a:t>
            </a:r>
            <a:r>
              <a:rPr lang="es-ES" sz="2800" b="1" dirty="0" err="1">
                <a:latin typeface="Courier New" panose="02070309020205020404" pitchFamily="49" charset="0"/>
              </a:rPr>
              <a:t>read</a:t>
            </a:r>
            <a:r>
              <a:rPr lang="es-ES" sz="2800" b="1" dirty="0">
                <a:latin typeface="Courier New" panose="02070309020205020404" pitchFamily="49" charset="0"/>
              </a:rPr>
              <a:t>()</a:t>
            </a:r>
            <a:endParaRPr lang="es-ES" sz="2800" b="1" dirty="0"/>
          </a:p>
          <a:p>
            <a:pPr rtl="0">
              <a:buNone/>
            </a:pPr>
            <a:endParaRPr lang="es-E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ES" dirty="0" err="1">
                <a:latin typeface="Courier New" panose="02070309020205020404" pitchFamily="49" charset="0"/>
              </a:rPr>
              <a:t>int</a:t>
            </a:r>
            <a:r>
              <a:rPr lang="es-ES" dirty="0">
                <a:latin typeface="Courier New" panose="02070309020205020404" pitchFamily="49" charset="0"/>
              </a:rPr>
              <a:t> dato = </a:t>
            </a:r>
            <a:r>
              <a:rPr lang="es-ES" dirty="0" err="1">
                <a:latin typeface="Courier New" panose="02070309020205020404" pitchFamily="49" charset="0"/>
              </a:rPr>
              <a:t>fis.read</a:t>
            </a:r>
            <a:r>
              <a:rPr lang="es-ES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endParaRPr lang="es-E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s-ES" dirty="0"/>
              <a:t>Aunque leemos un byte, devuelve un </a:t>
            </a:r>
            <a:r>
              <a:rPr lang="es-ES" dirty="0" err="1">
                <a:latin typeface="Courier New" panose="02070309020205020404" pitchFamily="49" charset="0"/>
              </a:rPr>
              <a:t>int</a:t>
            </a:r>
            <a:r>
              <a:rPr lang="es-ES" dirty="0"/>
              <a:t>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Porque necesita poder representar: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cualquier byte válido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y además </a:t>
            </a:r>
            <a:r>
              <a:rPr lang="es-ES" dirty="0">
                <a:latin typeface="Courier New" panose="02070309020205020404" pitchFamily="49" charset="0"/>
              </a:rPr>
              <a:t>-1</a:t>
            </a:r>
            <a:r>
              <a:rPr lang="es-ES" dirty="0"/>
              <a:t> para indicar fin de fichero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dirty="0"/>
              <a:t>Entonces: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urier New" panose="02070309020205020404" pitchFamily="49" charset="0"/>
              </a:rPr>
              <a:t>0</a:t>
            </a:r>
            <a:r>
              <a:rPr lang="es-ES" dirty="0"/>
              <a:t> a </a:t>
            </a:r>
            <a:r>
              <a:rPr lang="es-ES" dirty="0">
                <a:latin typeface="Courier New" panose="02070309020205020404" pitchFamily="49" charset="0"/>
              </a:rPr>
              <a:t>255</a:t>
            </a:r>
            <a:r>
              <a:rPr lang="es-ES" dirty="0"/>
              <a:t> → byte leído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urier New" panose="02070309020205020404" pitchFamily="49" charset="0"/>
              </a:rPr>
              <a:t>-1</a:t>
            </a:r>
            <a:r>
              <a:rPr lang="es-ES" dirty="0"/>
              <a:t> → no hay más datos</a:t>
            </a:r>
          </a:p>
        </p:txBody>
      </p:sp>
    </p:spTree>
    <p:extLst>
      <p:ext uri="{BB962C8B-B14F-4D97-AF65-F5344CB8AC3E}">
        <p14:creationId xmlns:p14="http://schemas.microsoft.com/office/powerpoint/2010/main" val="4012241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adroTexto 1"/>
          <p:cNvSpPr/>
          <p:nvPr/>
        </p:nvSpPr>
        <p:spPr>
          <a:xfrm>
            <a:off x="1233360" y="2921040"/>
            <a:ext cx="370116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6000" b="1" strike="noStrike" spc="-1">
                <a:solidFill>
                  <a:srgbClr val="203864"/>
                </a:solidFill>
                <a:latin typeface="Arial"/>
              </a:rPr>
              <a:t>Gracias</a:t>
            </a:r>
            <a:endParaRPr lang="es-ES" sz="6000" b="0" strike="noStrike" spc="-1">
              <a:latin typeface="Calibri"/>
            </a:endParaRPr>
          </a:p>
        </p:txBody>
      </p:sp>
      <p:sp>
        <p:nvSpPr>
          <p:cNvPr id="181" name="Conector recto de flecha 4"/>
          <p:cNvSpPr/>
          <p:nvPr/>
        </p:nvSpPr>
        <p:spPr>
          <a:xfrm flipH="1">
            <a:off x="4348440" y="3429000"/>
            <a:ext cx="78429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Conector recto de flecha 9"/>
          <p:cNvSpPr/>
          <p:nvPr/>
        </p:nvSpPr>
        <p:spPr>
          <a:xfrm flipH="1">
            <a:off x="0" y="3429000"/>
            <a:ext cx="10656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472C4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8681</TotalTime>
  <Words>2095</Words>
  <Application>Microsoft Macintosh PowerPoint</Application>
  <PresentationFormat>Panorámica</PresentationFormat>
  <Paragraphs>358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7" baseType="lpstr">
      <vt:lpstr>Arial</vt:lpstr>
      <vt:lpstr>Calibri</vt:lpstr>
      <vt:lpstr>Consolas</vt:lpstr>
      <vt:lpstr>Courier New</vt:lpstr>
      <vt:lpstr>Helvetica</vt:lpstr>
      <vt:lpstr>Symbol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Gil Palacios, Luis</dc:creator>
  <dc:description/>
  <cp:lastModifiedBy>Gil Palacios, Luis</cp:lastModifiedBy>
  <cp:revision>127</cp:revision>
  <dcterms:created xsi:type="dcterms:W3CDTF">2025-09-12T17:12:32Z</dcterms:created>
  <dcterms:modified xsi:type="dcterms:W3CDTF">2026-03-18T08:53:41Z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Panorámica</vt:lpwstr>
  </property>
  <property fmtid="{D5CDD505-2E9C-101B-9397-08002B2CF9AE}" pid="4" name="Slides">
    <vt:i4>17</vt:i4>
  </property>
</Properties>
</file>